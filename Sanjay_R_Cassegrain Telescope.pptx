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14" r:id="rId1"/>
  </p:sldMasterIdLst>
  <p:notesMasterIdLst>
    <p:notesMasterId r:id="rId17"/>
  </p:notesMasterIdLst>
  <p:sldIdLst>
    <p:sldId id="269" r:id="rId2"/>
    <p:sldId id="278" r:id="rId3"/>
    <p:sldId id="291" r:id="rId4"/>
    <p:sldId id="281" r:id="rId5"/>
    <p:sldId id="282" r:id="rId6"/>
    <p:sldId id="283" r:id="rId7"/>
    <p:sldId id="284" r:id="rId8"/>
    <p:sldId id="274" r:id="rId9"/>
    <p:sldId id="287" r:id="rId10"/>
    <p:sldId id="292" r:id="rId11"/>
    <p:sldId id="288" r:id="rId12"/>
    <p:sldId id="285" r:id="rId13"/>
    <p:sldId id="289" r:id="rId14"/>
    <p:sldId id="290" r:id="rId15"/>
    <p:sldId id="275" r:id="rId16"/>
  </p:sldIdLst>
  <p:sldSz cx="18288000" cy="10287000"/>
  <p:notesSz cx="6858000" cy="9144000"/>
  <p:embeddedFontLst>
    <p:embeddedFont>
      <p:font typeface="Agency FB" panose="020B0503020202020204" pitchFamily="34" charset="0"/>
      <p:regular r:id="rId18"/>
      <p:bold r:id="rId19"/>
    </p:embeddedFont>
    <p:embeddedFont>
      <p:font typeface="Bahnschrift Condensed" panose="020B0502040204020203" pitchFamily="34" charset="0"/>
      <p:regular r:id="rId20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 autoAdjust="0"/>
    <p:restoredTop sz="94622" autoAdjust="0"/>
  </p:normalViewPr>
  <p:slideViewPr>
    <p:cSldViewPr>
      <p:cViewPr varScale="1">
        <p:scale>
          <a:sx n="52" d="100"/>
          <a:sy n="52" d="100"/>
        </p:scale>
        <p:origin x="93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AB0EC53-BC60-4DF7-9FFF-E64095BC4881}" type="doc">
      <dgm:prSet loTypeId="urn:microsoft.com/office/officeart/2005/8/layout/hierarchy1" loCatId="hierarchy" qsTypeId="urn:microsoft.com/office/officeart/2005/8/quickstyle/3d3" qsCatId="3D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CE19BE93-015C-4E48-AF2C-847F098844DF}">
      <dgm:prSet phldrT="[Text]" custT="1"/>
      <dgm:spPr/>
      <dgm:t>
        <a:bodyPr/>
        <a:lstStyle/>
        <a:p>
          <a:r>
            <a:rPr lang="en-US" sz="2400" dirty="0"/>
            <a:t>Optical Telescope</a:t>
          </a:r>
          <a:endParaRPr lang="en-IN" sz="2400" dirty="0"/>
        </a:p>
      </dgm:t>
    </dgm:pt>
    <dgm:pt modelId="{7ECE4661-00B2-4650-97F0-76AD0A53C1CC}" type="parTrans" cxnId="{81F2EB85-4A75-4D3A-82DF-07E7B496F990}">
      <dgm:prSet/>
      <dgm:spPr/>
      <dgm:t>
        <a:bodyPr/>
        <a:lstStyle/>
        <a:p>
          <a:endParaRPr lang="en-IN"/>
        </a:p>
      </dgm:t>
    </dgm:pt>
    <dgm:pt modelId="{89B05C1A-9271-4139-95C3-653A95479C45}" type="sibTrans" cxnId="{81F2EB85-4A75-4D3A-82DF-07E7B496F990}">
      <dgm:prSet/>
      <dgm:spPr/>
      <dgm:t>
        <a:bodyPr/>
        <a:lstStyle/>
        <a:p>
          <a:endParaRPr lang="en-IN"/>
        </a:p>
      </dgm:t>
    </dgm:pt>
    <dgm:pt modelId="{143B5734-19B7-4FBE-A0F6-DEEE183CB558}">
      <dgm:prSet phldrT="[Text]" custT="1"/>
      <dgm:spPr/>
      <dgm:t>
        <a:bodyPr/>
        <a:lstStyle/>
        <a:p>
          <a:r>
            <a:rPr lang="en-US" sz="2400" dirty="0"/>
            <a:t>Reflecting Telescope</a:t>
          </a:r>
          <a:endParaRPr lang="en-IN" sz="2400" dirty="0"/>
        </a:p>
      </dgm:t>
    </dgm:pt>
    <dgm:pt modelId="{951C0E69-3DF8-48D8-A441-16A77BDD9E6D}" type="parTrans" cxnId="{494C34F8-7BD1-4CF4-B0B9-E718C9395D91}">
      <dgm:prSet/>
      <dgm:spPr/>
      <dgm:t>
        <a:bodyPr/>
        <a:lstStyle/>
        <a:p>
          <a:endParaRPr lang="en-IN"/>
        </a:p>
      </dgm:t>
    </dgm:pt>
    <dgm:pt modelId="{501488C1-8EE8-4EA0-8AA9-3CFE5D8C48F5}" type="sibTrans" cxnId="{494C34F8-7BD1-4CF4-B0B9-E718C9395D91}">
      <dgm:prSet/>
      <dgm:spPr/>
      <dgm:t>
        <a:bodyPr/>
        <a:lstStyle/>
        <a:p>
          <a:endParaRPr lang="en-IN"/>
        </a:p>
      </dgm:t>
    </dgm:pt>
    <dgm:pt modelId="{6CA9A371-B138-4079-9F61-055C8E1CE40D}">
      <dgm:prSet phldrT="[Text]" custT="1"/>
      <dgm:spPr/>
      <dgm:t>
        <a:bodyPr/>
        <a:lstStyle/>
        <a:p>
          <a:r>
            <a:rPr lang="en-US" sz="2400" dirty="0"/>
            <a:t>Refracting Telescope</a:t>
          </a:r>
          <a:endParaRPr lang="en-IN" sz="2400" dirty="0"/>
        </a:p>
      </dgm:t>
    </dgm:pt>
    <dgm:pt modelId="{1B56B98C-6B2F-4E35-A0C8-56D1BA527180}" type="parTrans" cxnId="{52736E57-9859-4EBB-B6EE-C43D9A72BA56}">
      <dgm:prSet/>
      <dgm:spPr/>
      <dgm:t>
        <a:bodyPr/>
        <a:lstStyle/>
        <a:p>
          <a:endParaRPr lang="en-IN"/>
        </a:p>
      </dgm:t>
    </dgm:pt>
    <dgm:pt modelId="{092CD025-3AAE-4B10-B8DD-E93B0CD6F383}" type="sibTrans" cxnId="{52736E57-9859-4EBB-B6EE-C43D9A72BA56}">
      <dgm:prSet/>
      <dgm:spPr/>
      <dgm:t>
        <a:bodyPr/>
        <a:lstStyle/>
        <a:p>
          <a:endParaRPr lang="en-IN"/>
        </a:p>
      </dgm:t>
    </dgm:pt>
    <dgm:pt modelId="{06DF721F-BABA-4057-9DF4-E30090643B3E}">
      <dgm:prSet phldrT="[Text]" custT="1"/>
      <dgm:spPr/>
      <dgm:t>
        <a:bodyPr/>
        <a:lstStyle/>
        <a:p>
          <a:r>
            <a:rPr lang="en-IN" sz="2400" dirty="0"/>
            <a:t>Catadioptric Telescope</a:t>
          </a:r>
        </a:p>
      </dgm:t>
    </dgm:pt>
    <dgm:pt modelId="{A372B7A4-7BCC-42CC-8395-0DEACC240B13}" type="parTrans" cxnId="{4641A9DB-F788-4E72-9A13-0856CE4070AF}">
      <dgm:prSet/>
      <dgm:spPr/>
      <dgm:t>
        <a:bodyPr/>
        <a:lstStyle/>
        <a:p>
          <a:endParaRPr lang="en-IN"/>
        </a:p>
      </dgm:t>
    </dgm:pt>
    <dgm:pt modelId="{BB43DE4D-D575-4C3B-88D4-FAA8F6ADB329}" type="sibTrans" cxnId="{4641A9DB-F788-4E72-9A13-0856CE4070AF}">
      <dgm:prSet/>
      <dgm:spPr/>
      <dgm:t>
        <a:bodyPr/>
        <a:lstStyle/>
        <a:p>
          <a:endParaRPr lang="en-IN"/>
        </a:p>
      </dgm:t>
    </dgm:pt>
    <dgm:pt modelId="{7FFF4DC1-FC5D-40F9-976F-5C6484B9B51D}" type="pres">
      <dgm:prSet presAssocID="{DAB0EC53-BC60-4DF7-9FFF-E64095BC488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01D37F9-047F-4E19-8C01-7B476A89F460}" type="pres">
      <dgm:prSet presAssocID="{CE19BE93-015C-4E48-AF2C-847F098844DF}" presName="hierRoot1" presStyleCnt="0"/>
      <dgm:spPr/>
    </dgm:pt>
    <dgm:pt modelId="{AD45EF8C-CB51-4FDB-B05F-5AC436B2551F}" type="pres">
      <dgm:prSet presAssocID="{CE19BE93-015C-4E48-AF2C-847F098844DF}" presName="composite" presStyleCnt="0"/>
      <dgm:spPr/>
    </dgm:pt>
    <dgm:pt modelId="{B10B7B36-C38F-49A6-A19C-44498DCA2F6E}" type="pres">
      <dgm:prSet presAssocID="{CE19BE93-015C-4E48-AF2C-847F098844DF}" presName="background" presStyleLbl="node0" presStyleIdx="0" presStyleCnt="1"/>
      <dgm:spPr/>
    </dgm:pt>
    <dgm:pt modelId="{046BDE19-A2FD-44D9-90EE-8482628915CD}" type="pres">
      <dgm:prSet presAssocID="{CE19BE93-015C-4E48-AF2C-847F098844DF}" presName="text" presStyleLbl="fgAcc0" presStyleIdx="0" presStyleCnt="1">
        <dgm:presLayoutVars>
          <dgm:chPref val="3"/>
        </dgm:presLayoutVars>
      </dgm:prSet>
      <dgm:spPr/>
    </dgm:pt>
    <dgm:pt modelId="{2E58607A-1E01-448B-A3C9-6A93C42C03A1}" type="pres">
      <dgm:prSet presAssocID="{CE19BE93-015C-4E48-AF2C-847F098844DF}" presName="hierChild2" presStyleCnt="0"/>
      <dgm:spPr/>
    </dgm:pt>
    <dgm:pt modelId="{346C8356-5FA9-43E0-A36F-15055C2DB36C}" type="pres">
      <dgm:prSet presAssocID="{951C0E69-3DF8-48D8-A441-16A77BDD9E6D}" presName="Name10" presStyleLbl="parChTrans1D2" presStyleIdx="0" presStyleCnt="3"/>
      <dgm:spPr/>
    </dgm:pt>
    <dgm:pt modelId="{E45F9AF9-4D61-4467-BEBF-AF40E84D7942}" type="pres">
      <dgm:prSet presAssocID="{143B5734-19B7-4FBE-A0F6-DEEE183CB558}" presName="hierRoot2" presStyleCnt="0"/>
      <dgm:spPr/>
    </dgm:pt>
    <dgm:pt modelId="{5FE90C2E-84D2-42B7-943C-503AD514235D}" type="pres">
      <dgm:prSet presAssocID="{143B5734-19B7-4FBE-A0F6-DEEE183CB558}" presName="composite2" presStyleCnt="0"/>
      <dgm:spPr/>
    </dgm:pt>
    <dgm:pt modelId="{7F15F1A9-51B1-4765-9967-9E0737DE5F8A}" type="pres">
      <dgm:prSet presAssocID="{143B5734-19B7-4FBE-A0F6-DEEE183CB558}" presName="background2" presStyleLbl="node2" presStyleIdx="0" presStyleCnt="3"/>
      <dgm:spPr/>
    </dgm:pt>
    <dgm:pt modelId="{4BCBBE7B-7129-4474-AD6D-0236C9685452}" type="pres">
      <dgm:prSet presAssocID="{143B5734-19B7-4FBE-A0F6-DEEE183CB558}" presName="text2" presStyleLbl="fgAcc2" presStyleIdx="0" presStyleCnt="3">
        <dgm:presLayoutVars>
          <dgm:chPref val="3"/>
        </dgm:presLayoutVars>
      </dgm:prSet>
      <dgm:spPr/>
    </dgm:pt>
    <dgm:pt modelId="{FC27FB35-808E-43B9-BE0B-2C4E1FA99364}" type="pres">
      <dgm:prSet presAssocID="{143B5734-19B7-4FBE-A0F6-DEEE183CB558}" presName="hierChild3" presStyleCnt="0"/>
      <dgm:spPr/>
    </dgm:pt>
    <dgm:pt modelId="{0E8B1787-43E5-4FF0-A326-1445BAAF6FFA}" type="pres">
      <dgm:prSet presAssocID="{1B56B98C-6B2F-4E35-A0C8-56D1BA527180}" presName="Name10" presStyleLbl="parChTrans1D2" presStyleIdx="1" presStyleCnt="3"/>
      <dgm:spPr/>
    </dgm:pt>
    <dgm:pt modelId="{A2E656E7-E218-4D1B-B775-20D33F88E5B0}" type="pres">
      <dgm:prSet presAssocID="{6CA9A371-B138-4079-9F61-055C8E1CE40D}" presName="hierRoot2" presStyleCnt="0"/>
      <dgm:spPr/>
    </dgm:pt>
    <dgm:pt modelId="{AABD0067-AE72-464F-A219-12A15FB9147C}" type="pres">
      <dgm:prSet presAssocID="{6CA9A371-B138-4079-9F61-055C8E1CE40D}" presName="composite2" presStyleCnt="0"/>
      <dgm:spPr/>
    </dgm:pt>
    <dgm:pt modelId="{D475184D-272C-4199-8637-CE279AB3A577}" type="pres">
      <dgm:prSet presAssocID="{6CA9A371-B138-4079-9F61-055C8E1CE40D}" presName="background2" presStyleLbl="node2" presStyleIdx="1" presStyleCnt="3"/>
      <dgm:spPr/>
    </dgm:pt>
    <dgm:pt modelId="{DAD3653E-F0C5-4F0A-A1ED-56DC515A27EE}" type="pres">
      <dgm:prSet presAssocID="{6CA9A371-B138-4079-9F61-055C8E1CE40D}" presName="text2" presStyleLbl="fgAcc2" presStyleIdx="1" presStyleCnt="3">
        <dgm:presLayoutVars>
          <dgm:chPref val="3"/>
        </dgm:presLayoutVars>
      </dgm:prSet>
      <dgm:spPr/>
    </dgm:pt>
    <dgm:pt modelId="{BCB2A4C3-DC8D-4C90-8AEB-70DB19BAC1A8}" type="pres">
      <dgm:prSet presAssocID="{6CA9A371-B138-4079-9F61-055C8E1CE40D}" presName="hierChild3" presStyleCnt="0"/>
      <dgm:spPr/>
    </dgm:pt>
    <dgm:pt modelId="{6FFA6C20-F2B5-4539-9189-AB6701B2EF73}" type="pres">
      <dgm:prSet presAssocID="{A372B7A4-7BCC-42CC-8395-0DEACC240B13}" presName="Name10" presStyleLbl="parChTrans1D2" presStyleIdx="2" presStyleCnt="3"/>
      <dgm:spPr/>
    </dgm:pt>
    <dgm:pt modelId="{D85C9479-E305-4B45-8101-7E6241E5BE6B}" type="pres">
      <dgm:prSet presAssocID="{06DF721F-BABA-4057-9DF4-E30090643B3E}" presName="hierRoot2" presStyleCnt="0"/>
      <dgm:spPr/>
    </dgm:pt>
    <dgm:pt modelId="{6D03453F-8319-4599-84D7-06FE8690FBF7}" type="pres">
      <dgm:prSet presAssocID="{06DF721F-BABA-4057-9DF4-E30090643B3E}" presName="composite2" presStyleCnt="0"/>
      <dgm:spPr/>
    </dgm:pt>
    <dgm:pt modelId="{9778FBEF-28FA-4F01-8AB1-1CBD4A8C6D2E}" type="pres">
      <dgm:prSet presAssocID="{06DF721F-BABA-4057-9DF4-E30090643B3E}" presName="background2" presStyleLbl="node2" presStyleIdx="2" presStyleCnt="3"/>
      <dgm:spPr/>
    </dgm:pt>
    <dgm:pt modelId="{6D793509-B647-41C6-8E02-5B3D19EA8860}" type="pres">
      <dgm:prSet presAssocID="{06DF721F-BABA-4057-9DF4-E30090643B3E}" presName="text2" presStyleLbl="fgAcc2" presStyleIdx="2" presStyleCnt="3">
        <dgm:presLayoutVars>
          <dgm:chPref val="3"/>
        </dgm:presLayoutVars>
      </dgm:prSet>
      <dgm:spPr/>
    </dgm:pt>
    <dgm:pt modelId="{BEE8CB66-CC63-4B0B-9DBA-09F41784E817}" type="pres">
      <dgm:prSet presAssocID="{06DF721F-BABA-4057-9DF4-E30090643B3E}" presName="hierChild3" presStyleCnt="0"/>
      <dgm:spPr/>
    </dgm:pt>
  </dgm:ptLst>
  <dgm:cxnLst>
    <dgm:cxn modelId="{8A061C00-AB93-4BDC-9940-5F7AB9114BD5}" type="presOf" srcId="{CE19BE93-015C-4E48-AF2C-847F098844DF}" destId="{046BDE19-A2FD-44D9-90EE-8482628915CD}" srcOrd="0" destOrd="0" presId="urn:microsoft.com/office/officeart/2005/8/layout/hierarchy1"/>
    <dgm:cxn modelId="{BB0CB618-13D3-49A8-BE23-288F6739E1D0}" type="presOf" srcId="{DAB0EC53-BC60-4DF7-9FFF-E64095BC4881}" destId="{7FFF4DC1-FC5D-40F9-976F-5C6484B9B51D}" srcOrd="0" destOrd="0" presId="urn:microsoft.com/office/officeart/2005/8/layout/hierarchy1"/>
    <dgm:cxn modelId="{DC370431-5EBA-41EF-A4CA-0ADE48C7E909}" type="presOf" srcId="{A372B7A4-7BCC-42CC-8395-0DEACC240B13}" destId="{6FFA6C20-F2B5-4539-9189-AB6701B2EF73}" srcOrd="0" destOrd="0" presId="urn:microsoft.com/office/officeart/2005/8/layout/hierarchy1"/>
    <dgm:cxn modelId="{C1D26675-E8E1-4659-B8DB-652E8F805365}" type="presOf" srcId="{1B56B98C-6B2F-4E35-A0C8-56D1BA527180}" destId="{0E8B1787-43E5-4FF0-A326-1445BAAF6FFA}" srcOrd="0" destOrd="0" presId="urn:microsoft.com/office/officeart/2005/8/layout/hierarchy1"/>
    <dgm:cxn modelId="{52736E57-9859-4EBB-B6EE-C43D9A72BA56}" srcId="{CE19BE93-015C-4E48-AF2C-847F098844DF}" destId="{6CA9A371-B138-4079-9F61-055C8E1CE40D}" srcOrd="1" destOrd="0" parTransId="{1B56B98C-6B2F-4E35-A0C8-56D1BA527180}" sibTransId="{092CD025-3AAE-4B10-B8DD-E93B0CD6F383}"/>
    <dgm:cxn modelId="{C1CC9959-6307-458D-9D9E-C2D89E8433DA}" type="presOf" srcId="{06DF721F-BABA-4057-9DF4-E30090643B3E}" destId="{6D793509-B647-41C6-8E02-5B3D19EA8860}" srcOrd="0" destOrd="0" presId="urn:microsoft.com/office/officeart/2005/8/layout/hierarchy1"/>
    <dgm:cxn modelId="{81F2EB85-4A75-4D3A-82DF-07E7B496F990}" srcId="{DAB0EC53-BC60-4DF7-9FFF-E64095BC4881}" destId="{CE19BE93-015C-4E48-AF2C-847F098844DF}" srcOrd="0" destOrd="0" parTransId="{7ECE4661-00B2-4650-97F0-76AD0A53C1CC}" sibTransId="{89B05C1A-9271-4139-95C3-653A95479C45}"/>
    <dgm:cxn modelId="{40DBD99F-1705-467F-9CFA-06BF3AA392DA}" type="presOf" srcId="{143B5734-19B7-4FBE-A0F6-DEEE183CB558}" destId="{4BCBBE7B-7129-4474-AD6D-0236C9685452}" srcOrd="0" destOrd="0" presId="urn:microsoft.com/office/officeart/2005/8/layout/hierarchy1"/>
    <dgm:cxn modelId="{4641A9DB-F788-4E72-9A13-0856CE4070AF}" srcId="{CE19BE93-015C-4E48-AF2C-847F098844DF}" destId="{06DF721F-BABA-4057-9DF4-E30090643B3E}" srcOrd="2" destOrd="0" parTransId="{A372B7A4-7BCC-42CC-8395-0DEACC240B13}" sibTransId="{BB43DE4D-D575-4C3B-88D4-FAA8F6ADB329}"/>
    <dgm:cxn modelId="{766F95E2-E5AE-445F-A413-E4B196B3ABA8}" type="presOf" srcId="{951C0E69-3DF8-48D8-A441-16A77BDD9E6D}" destId="{346C8356-5FA9-43E0-A36F-15055C2DB36C}" srcOrd="0" destOrd="0" presId="urn:microsoft.com/office/officeart/2005/8/layout/hierarchy1"/>
    <dgm:cxn modelId="{494C34F8-7BD1-4CF4-B0B9-E718C9395D91}" srcId="{CE19BE93-015C-4E48-AF2C-847F098844DF}" destId="{143B5734-19B7-4FBE-A0F6-DEEE183CB558}" srcOrd="0" destOrd="0" parTransId="{951C0E69-3DF8-48D8-A441-16A77BDD9E6D}" sibTransId="{501488C1-8EE8-4EA0-8AA9-3CFE5D8C48F5}"/>
    <dgm:cxn modelId="{2C9227FF-7A9F-4DB2-9153-93C672FA8186}" type="presOf" srcId="{6CA9A371-B138-4079-9F61-055C8E1CE40D}" destId="{DAD3653E-F0C5-4F0A-A1ED-56DC515A27EE}" srcOrd="0" destOrd="0" presId="urn:microsoft.com/office/officeart/2005/8/layout/hierarchy1"/>
    <dgm:cxn modelId="{BAEDA86F-276B-42F1-872B-3BC036D4ADE0}" type="presParOf" srcId="{7FFF4DC1-FC5D-40F9-976F-5C6484B9B51D}" destId="{101D37F9-047F-4E19-8C01-7B476A89F460}" srcOrd="0" destOrd="0" presId="urn:microsoft.com/office/officeart/2005/8/layout/hierarchy1"/>
    <dgm:cxn modelId="{3BC37D09-382B-4888-91FC-7A84ED4CB51C}" type="presParOf" srcId="{101D37F9-047F-4E19-8C01-7B476A89F460}" destId="{AD45EF8C-CB51-4FDB-B05F-5AC436B2551F}" srcOrd="0" destOrd="0" presId="urn:microsoft.com/office/officeart/2005/8/layout/hierarchy1"/>
    <dgm:cxn modelId="{D43D33C0-EE7C-41A7-A8FE-D6935063593E}" type="presParOf" srcId="{AD45EF8C-CB51-4FDB-B05F-5AC436B2551F}" destId="{B10B7B36-C38F-49A6-A19C-44498DCA2F6E}" srcOrd="0" destOrd="0" presId="urn:microsoft.com/office/officeart/2005/8/layout/hierarchy1"/>
    <dgm:cxn modelId="{95F4B8DD-14A0-4B82-A201-35508221C957}" type="presParOf" srcId="{AD45EF8C-CB51-4FDB-B05F-5AC436B2551F}" destId="{046BDE19-A2FD-44D9-90EE-8482628915CD}" srcOrd="1" destOrd="0" presId="urn:microsoft.com/office/officeart/2005/8/layout/hierarchy1"/>
    <dgm:cxn modelId="{6380E027-5312-418E-AA4E-A0D307181BE5}" type="presParOf" srcId="{101D37F9-047F-4E19-8C01-7B476A89F460}" destId="{2E58607A-1E01-448B-A3C9-6A93C42C03A1}" srcOrd="1" destOrd="0" presId="urn:microsoft.com/office/officeart/2005/8/layout/hierarchy1"/>
    <dgm:cxn modelId="{D9E1405A-46DC-46D1-AF2A-671B2E2C8DB6}" type="presParOf" srcId="{2E58607A-1E01-448B-A3C9-6A93C42C03A1}" destId="{346C8356-5FA9-43E0-A36F-15055C2DB36C}" srcOrd="0" destOrd="0" presId="urn:microsoft.com/office/officeart/2005/8/layout/hierarchy1"/>
    <dgm:cxn modelId="{02BA5AC8-1599-4189-B1BF-E18F0CC9BB11}" type="presParOf" srcId="{2E58607A-1E01-448B-A3C9-6A93C42C03A1}" destId="{E45F9AF9-4D61-4467-BEBF-AF40E84D7942}" srcOrd="1" destOrd="0" presId="urn:microsoft.com/office/officeart/2005/8/layout/hierarchy1"/>
    <dgm:cxn modelId="{6A0E7B08-7204-4BEB-B423-1637FD53CAD0}" type="presParOf" srcId="{E45F9AF9-4D61-4467-BEBF-AF40E84D7942}" destId="{5FE90C2E-84D2-42B7-943C-503AD514235D}" srcOrd="0" destOrd="0" presId="urn:microsoft.com/office/officeart/2005/8/layout/hierarchy1"/>
    <dgm:cxn modelId="{B9E4BB8B-E947-49B3-AF64-6CDAB93B7578}" type="presParOf" srcId="{5FE90C2E-84D2-42B7-943C-503AD514235D}" destId="{7F15F1A9-51B1-4765-9967-9E0737DE5F8A}" srcOrd="0" destOrd="0" presId="urn:microsoft.com/office/officeart/2005/8/layout/hierarchy1"/>
    <dgm:cxn modelId="{63929B3A-79DD-4550-8B0D-A41BD2877B23}" type="presParOf" srcId="{5FE90C2E-84D2-42B7-943C-503AD514235D}" destId="{4BCBBE7B-7129-4474-AD6D-0236C9685452}" srcOrd="1" destOrd="0" presId="urn:microsoft.com/office/officeart/2005/8/layout/hierarchy1"/>
    <dgm:cxn modelId="{72E68599-B203-4187-969D-2AC1929910BA}" type="presParOf" srcId="{E45F9AF9-4D61-4467-BEBF-AF40E84D7942}" destId="{FC27FB35-808E-43B9-BE0B-2C4E1FA99364}" srcOrd="1" destOrd="0" presId="urn:microsoft.com/office/officeart/2005/8/layout/hierarchy1"/>
    <dgm:cxn modelId="{DE01CF67-3CB5-4114-A0EF-98A413DC9A49}" type="presParOf" srcId="{2E58607A-1E01-448B-A3C9-6A93C42C03A1}" destId="{0E8B1787-43E5-4FF0-A326-1445BAAF6FFA}" srcOrd="2" destOrd="0" presId="urn:microsoft.com/office/officeart/2005/8/layout/hierarchy1"/>
    <dgm:cxn modelId="{4A40C0A1-AE96-40C2-95BF-BE9FC846F79D}" type="presParOf" srcId="{2E58607A-1E01-448B-A3C9-6A93C42C03A1}" destId="{A2E656E7-E218-4D1B-B775-20D33F88E5B0}" srcOrd="3" destOrd="0" presId="urn:microsoft.com/office/officeart/2005/8/layout/hierarchy1"/>
    <dgm:cxn modelId="{97BEE3D6-0D4E-4842-A389-7ED1112DED01}" type="presParOf" srcId="{A2E656E7-E218-4D1B-B775-20D33F88E5B0}" destId="{AABD0067-AE72-464F-A219-12A15FB9147C}" srcOrd="0" destOrd="0" presId="urn:microsoft.com/office/officeart/2005/8/layout/hierarchy1"/>
    <dgm:cxn modelId="{9AA58AE8-0449-4E43-A76E-0D4D39213002}" type="presParOf" srcId="{AABD0067-AE72-464F-A219-12A15FB9147C}" destId="{D475184D-272C-4199-8637-CE279AB3A577}" srcOrd="0" destOrd="0" presId="urn:microsoft.com/office/officeart/2005/8/layout/hierarchy1"/>
    <dgm:cxn modelId="{711C8C65-D046-4D1D-B00C-005D536AFB97}" type="presParOf" srcId="{AABD0067-AE72-464F-A219-12A15FB9147C}" destId="{DAD3653E-F0C5-4F0A-A1ED-56DC515A27EE}" srcOrd="1" destOrd="0" presId="urn:microsoft.com/office/officeart/2005/8/layout/hierarchy1"/>
    <dgm:cxn modelId="{C61FB9BF-0AB1-4656-8E35-CC2268E7EA12}" type="presParOf" srcId="{A2E656E7-E218-4D1B-B775-20D33F88E5B0}" destId="{BCB2A4C3-DC8D-4C90-8AEB-70DB19BAC1A8}" srcOrd="1" destOrd="0" presId="urn:microsoft.com/office/officeart/2005/8/layout/hierarchy1"/>
    <dgm:cxn modelId="{E455115D-34AB-46FF-8C91-B01E01D7375F}" type="presParOf" srcId="{2E58607A-1E01-448B-A3C9-6A93C42C03A1}" destId="{6FFA6C20-F2B5-4539-9189-AB6701B2EF73}" srcOrd="4" destOrd="0" presId="urn:microsoft.com/office/officeart/2005/8/layout/hierarchy1"/>
    <dgm:cxn modelId="{2CF9874C-FDFD-4A4C-9915-77946B6E76C2}" type="presParOf" srcId="{2E58607A-1E01-448B-A3C9-6A93C42C03A1}" destId="{D85C9479-E305-4B45-8101-7E6241E5BE6B}" srcOrd="5" destOrd="0" presId="urn:microsoft.com/office/officeart/2005/8/layout/hierarchy1"/>
    <dgm:cxn modelId="{4171D4C9-2E4A-4C5C-8A59-789DB3687003}" type="presParOf" srcId="{D85C9479-E305-4B45-8101-7E6241E5BE6B}" destId="{6D03453F-8319-4599-84D7-06FE8690FBF7}" srcOrd="0" destOrd="0" presId="urn:microsoft.com/office/officeart/2005/8/layout/hierarchy1"/>
    <dgm:cxn modelId="{8C9E08C4-360E-48B8-AF7D-DCDBD135E49D}" type="presParOf" srcId="{6D03453F-8319-4599-84D7-06FE8690FBF7}" destId="{9778FBEF-28FA-4F01-8AB1-1CBD4A8C6D2E}" srcOrd="0" destOrd="0" presId="urn:microsoft.com/office/officeart/2005/8/layout/hierarchy1"/>
    <dgm:cxn modelId="{B7A36D2F-DE25-45A7-994A-457033107E08}" type="presParOf" srcId="{6D03453F-8319-4599-84D7-06FE8690FBF7}" destId="{6D793509-B647-41C6-8E02-5B3D19EA8860}" srcOrd="1" destOrd="0" presId="urn:microsoft.com/office/officeart/2005/8/layout/hierarchy1"/>
    <dgm:cxn modelId="{1F15EC80-4B1D-4073-B10A-20B3225873CA}" type="presParOf" srcId="{D85C9479-E305-4B45-8101-7E6241E5BE6B}" destId="{BEE8CB66-CC63-4B0B-9DBA-09F41784E81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082E40-6E29-4E2B-93B7-A54720CD3E8D}" type="doc">
      <dgm:prSet loTypeId="urn:microsoft.com/office/officeart/2005/8/layout/radial5" loCatId="cycle" qsTypeId="urn:microsoft.com/office/officeart/2005/8/quickstyle/3d4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EAA53A7C-A991-4681-862D-A21BDC0DEF69}">
      <dgm:prSet phldrT="[Text]"/>
      <dgm:spPr/>
      <dgm:t>
        <a:bodyPr/>
        <a:lstStyle/>
        <a:p>
          <a:r>
            <a:rPr lang="en-US" dirty="0"/>
            <a:t>Cassegrain Telescope</a:t>
          </a:r>
          <a:endParaRPr lang="en-IN" dirty="0"/>
        </a:p>
      </dgm:t>
    </dgm:pt>
    <dgm:pt modelId="{9C157608-3B52-4A71-B2AA-5068B54489F5}" type="parTrans" cxnId="{39778D92-394C-469D-B3A8-D80B8C329B2B}">
      <dgm:prSet/>
      <dgm:spPr/>
      <dgm:t>
        <a:bodyPr/>
        <a:lstStyle/>
        <a:p>
          <a:endParaRPr lang="en-IN"/>
        </a:p>
      </dgm:t>
    </dgm:pt>
    <dgm:pt modelId="{456EBF0A-0B86-48B5-9F0B-695E3C9D9853}" type="sibTrans" cxnId="{39778D92-394C-469D-B3A8-D80B8C329B2B}">
      <dgm:prSet/>
      <dgm:spPr/>
      <dgm:t>
        <a:bodyPr/>
        <a:lstStyle/>
        <a:p>
          <a:endParaRPr lang="en-IN"/>
        </a:p>
      </dgm:t>
    </dgm:pt>
    <dgm:pt modelId="{56C0AD4D-F17B-4072-8445-9CA42BE534B9}">
      <dgm:prSet phldrT="[Text]"/>
      <dgm:spPr/>
      <dgm:t>
        <a:bodyPr/>
        <a:lstStyle/>
        <a:p>
          <a:r>
            <a:rPr lang="en-US" dirty="0"/>
            <a:t>Schmidt-Cassegrain Telescope</a:t>
          </a:r>
          <a:endParaRPr lang="en-IN" dirty="0"/>
        </a:p>
      </dgm:t>
    </dgm:pt>
    <dgm:pt modelId="{1DB8D306-15B1-40FE-B67A-4F1650EC521F}" type="parTrans" cxnId="{18C24DDD-B4D8-4775-9395-8F847C0F4DBC}">
      <dgm:prSet/>
      <dgm:spPr/>
      <dgm:t>
        <a:bodyPr/>
        <a:lstStyle/>
        <a:p>
          <a:endParaRPr lang="en-IN"/>
        </a:p>
      </dgm:t>
    </dgm:pt>
    <dgm:pt modelId="{306C32CF-A5E3-4BF2-B349-A5944C3623B1}" type="sibTrans" cxnId="{18C24DDD-B4D8-4775-9395-8F847C0F4DBC}">
      <dgm:prSet/>
      <dgm:spPr/>
      <dgm:t>
        <a:bodyPr/>
        <a:lstStyle/>
        <a:p>
          <a:endParaRPr lang="en-IN"/>
        </a:p>
      </dgm:t>
    </dgm:pt>
    <dgm:pt modelId="{BBC51588-3713-46B1-B79B-9977FEA122A0}">
      <dgm:prSet phldrT="[Text]"/>
      <dgm:spPr/>
      <dgm:t>
        <a:bodyPr/>
        <a:lstStyle/>
        <a:p>
          <a:r>
            <a:rPr lang="en-US" dirty="0" err="1"/>
            <a:t>Maksutov</a:t>
          </a:r>
          <a:r>
            <a:rPr lang="en-US" dirty="0"/>
            <a:t>-Cassegrain Telescope</a:t>
          </a:r>
          <a:endParaRPr lang="en-IN" dirty="0"/>
        </a:p>
      </dgm:t>
    </dgm:pt>
    <dgm:pt modelId="{D03070E4-D198-41FD-BB62-063C93BFF557}" type="parTrans" cxnId="{2AF210E5-1628-44C7-8C7A-03DA98191315}">
      <dgm:prSet/>
      <dgm:spPr/>
      <dgm:t>
        <a:bodyPr/>
        <a:lstStyle/>
        <a:p>
          <a:endParaRPr lang="en-IN"/>
        </a:p>
      </dgm:t>
    </dgm:pt>
    <dgm:pt modelId="{61F2E1E7-6C08-4AF0-B953-A5CBF75305F9}" type="sibTrans" cxnId="{2AF210E5-1628-44C7-8C7A-03DA98191315}">
      <dgm:prSet/>
      <dgm:spPr/>
      <dgm:t>
        <a:bodyPr/>
        <a:lstStyle/>
        <a:p>
          <a:endParaRPr lang="en-IN"/>
        </a:p>
      </dgm:t>
    </dgm:pt>
    <dgm:pt modelId="{29326BFB-BAA4-4355-BBD5-996910504FC5}">
      <dgm:prSet phldrT="[Text]"/>
      <dgm:spPr/>
      <dgm:t>
        <a:bodyPr/>
        <a:lstStyle/>
        <a:p>
          <a:r>
            <a:rPr lang="en-US" dirty="0"/>
            <a:t>Ritchey-Chretien Telescope</a:t>
          </a:r>
          <a:endParaRPr lang="en-IN" dirty="0"/>
        </a:p>
      </dgm:t>
    </dgm:pt>
    <dgm:pt modelId="{073C7C7F-48B5-40F0-97F6-311E1DA6A32B}" type="parTrans" cxnId="{0113564C-42F9-4DD6-94F6-30208B2C703B}">
      <dgm:prSet/>
      <dgm:spPr/>
      <dgm:t>
        <a:bodyPr/>
        <a:lstStyle/>
        <a:p>
          <a:endParaRPr lang="en-IN"/>
        </a:p>
      </dgm:t>
    </dgm:pt>
    <dgm:pt modelId="{A604810D-79B3-4D7B-9BA8-B2428249695A}" type="sibTrans" cxnId="{0113564C-42F9-4DD6-94F6-30208B2C703B}">
      <dgm:prSet/>
      <dgm:spPr/>
      <dgm:t>
        <a:bodyPr/>
        <a:lstStyle/>
        <a:p>
          <a:endParaRPr lang="en-IN"/>
        </a:p>
      </dgm:t>
    </dgm:pt>
    <dgm:pt modelId="{D1FA5401-64F8-40B2-8D8F-40972A283AA3}">
      <dgm:prSet phldrT="[Text]"/>
      <dgm:spPr/>
      <dgm:t>
        <a:bodyPr/>
        <a:lstStyle/>
        <a:p>
          <a:r>
            <a:rPr lang="en-US" dirty="0" err="1"/>
            <a:t>Klevtsov</a:t>
          </a:r>
          <a:r>
            <a:rPr lang="en-US" dirty="0"/>
            <a:t>-Cassegrain Telescope</a:t>
          </a:r>
          <a:endParaRPr lang="en-IN" dirty="0"/>
        </a:p>
      </dgm:t>
    </dgm:pt>
    <dgm:pt modelId="{850606BF-A5F3-42A5-B24D-1E1441833D0A}" type="parTrans" cxnId="{13B6ABE8-3B8A-43DC-A191-0D32A8197D49}">
      <dgm:prSet/>
      <dgm:spPr/>
      <dgm:t>
        <a:bodyPr/>
        <a:lstStyle/>
        <a:p>
          <a:endParaRPr lang="en-IN"/>
        </a:p>
      </dgm:t>
    </dgm:pt>
    <dgm:pt modelId="{F0566AFD-7396-4655-B4DC-6CBCC6C23273}" type="sibTrans" cxnId="{13B6ABE8-3B8A-43DC-A191-0D32A8197D49}">
      <dgm:prSet/>
      <dgm:spPr/>
      <dgm:t>
        <a:bodyPr/>
        <a:lstStyle/>
        <a:p>
          <a:endParaRPr lang="en-IN"/>
        </a:p>
      </dgm:t>
    </dgm:pt>
    <dgm:pt modelId="{D6D2BEE0-29BF-4755-9C51-F8F75415CFD8}" type="pres">
      <dgm:prSet presAssocID="{88082E40-6E29-4E2B-93B7-A54720CD3E8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E5CCC48-6E6C-4513-ABD4-7515C12C0A50}" type="pres">
      <dgm:prSet presAssocID="{EAA53A7C-A991-4681-862D-A21BDC0DEF69}" presName="centerShape" presStyleLbl="node0" presStyleIdx="0" presStyleCnt="1"/>
      <dgm:spPr/>
    </dgm:pt>
    <dgm:pt modelId="{079156F7-9BFD-47A2-9B91-E77234A3B5E5}" type="pres">
      <dgm:prSet presAssocID="{1DB8D306-15B1-40FE-B67A-4F1650EC521F}" presName="parTrans" presStyleLbl="sibTrans2D1" presStyleIdx="0" presStyleCnt="4"/>
      <dgm:spPr/>
    </dgm:pt>
    <dgm:pt modelId="{D253B60C-AFEC-4B8B-9E2C-205E533A3980}" type="pres">
      <dgm:prSet presAssocID="{1DB8D306-15B1-40FE-B67A-4F1650EC521F}" presName="connectorText" presStyleLbl="sibTrans2D1" presStyleIdx="0" presStyleCnt="4"/>
      <dgm:spPr/>
    </dgm:pt>
    <dgm:pt modelId="{00D6B949-2DFF-441C-B4EA-48616F782CB2}" type="pres">
      <dgm:prSet presAssocID="{56C0AD4D-F17B-4072-8445-9CA42BE534B9}" presName="node" presStyleLbl="node1" presStyleIdx="0" presStyleCnt="4" custRadScaleRad="98327" custRadScaleInc="491">
        <dgm:presLayoutVars>
          <dgm:bulletEnabled val="1"/>
        </dgm:presLayoutVars>
      </dgm:prSet>
      <dgm:spPr/>
    </dgm:pt>
    <dgm:pt modelId="{7AC1B69B-2F50-44EF-BEBB-EE8595A992DB}" type="pres">
      <dgm:prSet presAssocID="{D03070E4-D198-41FD-BB62-063C93BFF557}" presName="parTrans" presStyleLbl="sibTrans2D1" presStyleIdx="1" presStyleCnt="4"/>
      <dgm:spPr/>
    </dgm:pt>
    <dgm:pt modelId="{90C48D8A-B4B2-42E9-9927-D031F8BA56E4}" type="pres">
      <dgm:prSet presAssocID="{D03070E4-D198-41FD-BB62-063C93BFF557}" presName="connectorText" presStyleLbl="sibTrans2D1" presStyleIdx="1" presStyleCnt="4"/>
      <dgm:spPr/>
    </dgm:pt>
    <dgm:pt modelId="{5BA0EF2F-DA5D-46EF-A44D-68758A130D74}" type="pres">
      <dgm:prSet presAssocID="{BBC51588-3713-46B1-B79B-9977FEA122A0}" presName="node" presStyleLbl="node1" presStyleIdx="1" presStyleCnt="4">
        <dgm:presLayoutVars>
          <dgm:bulletEnabled val="1"/>
        </dgm:presLayoutVars>
      </dgm:prSet>
      <dgm:spPr/>
    </dgm:pt>
    <dgm:pt modelId="{8B6CB82C-729B-4F41-AB80-C2C9A5B9CCF4}" type="pres">
      <dgm:prSet presAssocID="{073C7C7F-48B5-40F0-97F6-311E1DA6A32B}" presName="parTrans" presStyleLbl="sibTrans2D1" presStyleIdx="2" presStyleCnt="4"/>
      <dgm:spPr/>
    </dgm:pt>
    <dgm:pt modelId="{839CBFF4-F5EC-495B-B1C2-D0F60B88BA0F}" type="pres">
      <dgm:prSet presAssocID="{073C7C7F-48B5-40F0-97F6-311E1DA6A32B}" presName="connectorText" presStyleLbl="sibTrans2D1" presStyleIdx="2" presStyleCnt="4"/>
      <dgm:spPr/>
    </dgm:pt>
    <dgm:pt modelId="{BD155CD9-1BA7-42E5-85C7-4DA7621EA849}" type="pres">
      <dgm:prSet presAssocID="{29326BFB-BAA4-4355-BBD5-996910504FC5}" presName="node" presStyleLbl="node1" presStyleIdx="2" presStyleCnt="4">
        <dgm:presLayoutVars>
          <dgm:bulletEnabled val="1"/>
        </dgm:presLayoutVars>
      </dgm:prSet>
      <dgm:spPr/>
    </dgm:pt>
    <dgm:pt modelId="{E1F72FA5-668F-4A95-B810-3276032BBEB8}" type="pres">
      <dgm:prSet presAssocID="{850606BF-A5F3-42A5-B24D-1E1441833D0A}" presName="parTrans" presStyleLbl="sibTrans2D1" presStyleIdx="3" presStyleCnt="4"/>
      <dgm:spPr/>
    </dgm:pt>
    <dgm:pt modelId="{86A7CC19-F45E-457A-BAB7-B4234BED1F18}" type="pres">
      <dgm:prSet presAssocID="{850606BF-A5F3-42A5-B24D-1E1441833D0A}" presName="connectorText" presStyleLbl="sibTrans2D1" presStyleIdx="3" presStyleCnt="4"/>
      <dgm:spPr/>
    </dgm:pt>
    <dgm:pt modelId="{67F8CFF2-14E9-4C7D-97E9-AD79640F0D1B}" type="pres">
      <dgm:prSet presAssocID="{D1FA5401-64F8-40B2-8D8F-40972A283AA3}" presName="node" presStyleLbl="node1" presStyleIdx="3" presStyleCnt="4">
        <dgm:presLayoutVars>
          <dgm:bulletEnabled val="1"/>
        </dgm:presLayoutVars>
      </dgm:prSet>
      <dgm:spPr/>
    </dgm:pt>
  </dgm:ptLst>
  <dgm:cxnLst>
    <dgm:cxn modelId="{48751417-8C71-457D-84D0-A53B98E6E426}" type="presOf" srcId="{BBC51588-3713-46B1-B79B-9977FEA122A0}" destId="{5BA0EF2F-DA5D-46EF-A44D-68758A130D74}" srcOrd="0" destOrd="0" presId="urn:microsoft.com/office/officeart/2005/8/layout/radial5"/>
    <dgm:cxn modelId="{423A9118-3213-446B-B849-3569A9959910}" type="presOf" srcId="{56C0AD4D-F17B-4072-8445-9CA42BE534B9}" destId="{00D6B949-2DFF-441C-B4EA-48616F782CB2}" srcOrd="0" destOrd="0" presId="urn:microsoft.com/office/officeart/2005/8/layout/radial5"/>
    <dgm:cxn modelId="{BF944431-0EFE-49A0-9A66-4B3B26A784D3}" type="presOf" srcId="{EAA53A7C-A991-4681-862D-A21BDC0DEF69}" destId="{AE5CCC48-6E6C-4513-ABD4-7515C12C0A50}" srcOrd="0" destOrd="0" presId="urn:microsoft.com/office/officeart/2005/8/layout/radial5"/>
    <dgm:cxn modelId="{0113564C-42F9-4DD6-94F6-30208B2C703B}" srcId="{EAA53A7C-A991-4681-862D-A21BDC0DEF69}" destId="{29326BFB-BAA4-4355-BBD5-996910504FC5}" srcOrd="2" destOrd="0" parTransId="{073C7C7F-48B5-40F0-97F6-311E1DA6A32B}" sibTransId="{A604810D-79B3-4D7B-9BA8-B2428249695A}"/>
    <dgm:cxn modelId="{D4B19B6C-107E-480B-8B3E-1DD79FBA35BF}" type="presOf" srcId="{D1FA5401-64F8-40B2-8D8F-40972A283AA3}" destId="{67F8CFF2-14E9-4C7D-97E9-AD79640F0D1B}" srcOrd="0" destOrd="0" presId="urn:microsoft.com/office/officeart/2005/8/layout/radial5"/>
    <dgm:cxn modelId="{3B27A36F-4172-424D-AF7C-0883B8FEC172}" type="presOf" srcId="{1DB8D306-15B1-40FE-B67A-4F1650EC521F}" destId="{D253B60C-AFEC-4B8B-9E2C-205E533A3980}" srcOrd="1" destOrd="0" presId="urn:microsoft.com/office/officeart/2005/8/layout/radial5"/>
    <dgm:cxn modelId="{35EC0456-15A4-4AE3-B11E-51669D76CD56}" type="presOf" srcId="{D03070E4-D198-41FD-BB62-063C93BFF557}" destId="{90C48D8A-B4B2-42E9-9927-D031F8BA56E4}" srcOrd="1" destOrd="0" presId="urn:microsoft.com/office/officeart/2005/8/layout/radial5"/>
    <dgm:cxn modelId="{3C8A6A7A-712B-4D95-875B-DFA398955A0B}" type="presOf" srcId="{29326BFB-BAA4-4355-BBD5-996910504FC5}" destId="{BD155CD9-1BA7-42E5-85C7-4DA7621EA849}" srcOrd="0" destOrd="0" presId="urn:microsoft.com/office/officeart/2005/8/layout/radial5"/>
    <dgm:cxn modelId="{44B4E28B-70B8-4E52-8206-84E7D7533FE0}" type="presOf" srcId="{1DB8D306-15B1-40FE-B67A-4F1650EC521F}" destId="{079156F7-9BFD-47A2-9B91-E77234A3B5E5}" srcOrd="0" destOrd="0" presId="urn:microsoft.com/office/officeart/2005/8/layout/radial5"/>
    <dgm:cxn modelId="{39778D92-394C-469D-B3A8-D80B8C329B2B}" srcId="{88082E40-6E29-4E2B-93B7-A54720CD3E8D}" destId="{EAA53A7C-A991-4681-862D-A21BDC0DEF69}" srcOrd="0" destOrd="0" parTransId="{9C157608-3B52-4A71-B2AA-5068B54489F5}" sibTransId="{456EBF0A-0B86-48B5-9F0B-695E3C9D9853}"/>
    <dgm:cxn modelId="{7A27EB93-0D0B-4E29-A99C-415142125CF9}" type="presOf" srcId="{850606BF-A5F3-42A5-B24D-1E1441833D0A}" destId="{86A7CC19-F45E-457A-BAB7-B4234BED1F18}" srcOrd="1" destOrd="0" presId="urn:microsoft.com/office/officeart/2005/8/layout/radial5"/>
    <dgm:cxn modelId="{147908B6-A7A0-400B-B0B0-9B6D9EE26123}" type="presOf" srcId="{88082E40-6E29-4E2B-93B7-A54720CD3E8D}" destId="{D6D2BEE0-29BF-4755-9C51-F8F75415CFD8}" srcOrd="0" destOrd="0" presId="urn:microsoft.com/office/officeart/2005/8/layout/radial5"/>
    <dgm:cxn modelId="{355F05C3-AC49-492F-A433-44818537A3E0}" type="presOf" srcId="{D03070E4-D198-41FD-BB62-063C93BFF557}" destId="{7AC1B69B-2F50-44EF-BEBB-EE8595A992DB}" srcOrd="0" destOrd="0" presId="urn:microsoft.com/office/officeart/2005/8/layout/radial5"/>
    <dgm:cxn modelId="{D9CAF7C3-7C5F-4BC3-ABCB-43A37CFCD3ED}" type="presOf" srcId="{850606BF-A5F3-42A5-B24D-1E1441833D0A}" destId="{E1F72FA5-668F-4A95-B810-3276032BBEB8}" srcOrd="0" destOrd="0" presId="urn:microsoft.com/office/officeart/2005/8/layout/radial5"/>
    <dgm:cxn modelId="{18C24DDD-B4D8-4775-9395-8F847C0F4DBC}" srcId="{EAA53A7C-A991-4681-862D-A21BDC0DEF69}" destId="{56C0AD4D-F17B-4072-8445-9CA42BE534B9}" srcOrd="0" destOrd="0" parTransId="{1DB8D306-15B1-40FE-B67A-4F1650EC521F}" sibTransId="{306C32CF-A5E3-4BF2-B349-A5944C3623B1}"/>
    <dgm:cxn modelId="{2AF210E5-1628-44C7-8C7A-03DA98191315}" srcId="{EAA53A7C-A991-4681-862D-A21BDC0DEF69}" destId="{BBC51588-3713-46B1-B79B-9977FEA122A0}" srcOrd="1" destOrd="0" parTransId="{D03070E4-D198-41FD-BB62-063C93BFF557}" sibTransId="{61F2E1E7-6C08-4AF0-B953-A5CBF75305F9}"/>
    <dgm:cxn modelId="{13B6ABE8-3B8A-43DC-A191-0D32A8197D49}" srcId="{EAA53A7C-A991-4681-862D-A21BDC0DEF69}" destId="{D1FA5401-64F8-40B2-8D8F-40972A283AA3}" srcOrd="3" destOrd="0" parTransId="{850606BF-A5F3-42A5-B24D-1E1441833D0A}" sibTransId="{F0566AFD-7396-4655-B4DC-6CBCC6C23273}"/>
    <dgm:cxn modelId="{5FEED5F8-F260-4A36-A970-41B79B92724D}" type="presOf" srcId="{073C7C7F-48B5-40F0-97F6-311E1DA6A32B}" destId="{839CBFF4-F5EC-495B-B1C2-D0F60B88BA0F}" srcOrd="1" destOrd="0" presId="urn:microsoft.com/office/officeart/2005/8/layout/radial5"/>
    <dgm:cxn modelId="{325DA4FE-F5B3-409A-9BE6-CDDF31CE1AFC}" type="presOf" srcId="{073C7C7F-48B5-40F0-97F6-311E1DA6A32B}" destId="{8B6CB82C-729B-4F41-AB80-C2C9A5B9CCF4}" srcOrd="0" destOrd="0" presId="urn:microsoft.com/office/officeart/2005/8/layout/radial5"/>
    <dgm:cxn modelId="{E77D9A32-6CEA-4EC4-B6F5-D8DDDDF7B36E}" type="presParOf" srcId="{D6D2BEE0-29BF-4755-9C51-F8F75415CFD8}" destId="{AE5CCC48-6E6C-4513-ABD4-7515C12C0A50}" srcOrd="0" destOrd="0" presId="urn:microsoft.com/office/officeart/2005/8/layout/radial5"/>
    <dgm:cxn modelId="{6D39C7D2-66EA-4D2D-9B42-6CA12E3CCF47}" type="presParOf" srcId="{D6D2BEE0-29BF-4755-9C51-F8F75415CFD8}" destId="{079156F7-9BFD-47A2-9B91-E77234A3B5E5}" srcOrd="1" destOrd="0" presId="urn:microsoft.com/office/officeart/2005/8/layout/radial5"/>
    <dgm:cxn modelId="{D49AAA6D-1F97-4CAA-80DA-B74C3F19183B}" type="presParOf" srcId="{079156F7-9BFD-47A2-9B91-E77234A3B5E5}" destId="{D253B60C-AFEC-4B8B-9E2C-205E533A3980}" srcOrd="0" destOrd="0" presId="urn:microsoft.com/office/officeart/2005/8/layout/radial5"/>
    <dgm:cxn modelId="{53E98A38-3FC3-4CAB-B7A0-A4742671107A}" type="presParOf" srcId="{D6D2BEE0-29BF-4755-9C51-F8F75415CFD8}" destId="{00D6B949-2DFF-441C-B4EA-48616F782CB2}" srcOrd="2" destOrd="0" presId="urn:microsoft.com/office/officeart/2005/8/layout/radial5"/>
    <dgm:cxn modelId="{A570C0A6-092B-436D-A1B7-CB285BE7977F}" type="presParOf" srcId="{D6D2BEE0-29BF-4755-9C51-F8F75415CFD8}" destId="{7AC1B69B-2F50-44EF-BEBB-EE8595A992DB}" srcOrd="3" destOrd="0" presId="urn:microsoft.com/office/officeart/2005/8/layout/radial5"/>
    <dgm:cxn modelId="{99E7E977-F3B2-4C1A-B9D5-98BB2D0285F8}" type="presParOf" srcId="{7AC1B69B-2F50-44EF-BEBB-EE8595A992DB}" destId="{90C48D8A-B4B2-42E9-9927-D031F8BA56E4}" srcOrd="0" destOrd="0" presId="urn:microsoft.com/office/officeart/2005/8/layout/radial5"/>
    <dgm:cxn modelId="{CA4E9411-9274-4F8F-B90A-1B6A3D7A4944}" type="presParOf" srcId="{D6D2BEE0-29BF-4755-9C51-F8F75415CFD8}" destId="{5BA0EF2F-DA5D-46EF-A44D-68758A130D74}" srcOrd="4" destOrd="0" presId="urn:microsoft.com/office/officeart/2005/8/layout/radial5"/>
    <dgm:cxn modelId="{D44E8F63-2C3F-43DA-99DB-65CE30B3FB51}" type="presParOf" srcId="{D6D2BEE0-29BF-4755-9C51-F8F75415CFD8}" destId="{8B6CB82C-729B-4F41-AB80-C2C9A5B9CCF4}" srcOrd="5" destOrd="0" presId="urn:microsoft.com/office/officeart/2005/8/layout/radial5"/>
    <dgm:cxn modelId="{AA7C3625-EAC0-42CB-A4B1-C97CCD5172D0}" type="presParOf" srcId="{8B6CB82C-729B-4F41-AB80-C2C9A5B9CCF4}" destId="{839CBFF4-F5EC-495B-B1C2-D0F60B88BA0F}" srcOrd="0" destOrd="0" presId="urn:microsoft.com/office/officeart/2005/8/layout/radial5"/>
    <dgm:cxn modelId="{36777331-FBC5-4CA0-9417-9FB2AA25B8F3}" type="presParOf" srcId="{D6D2BEE0-29BF-4755-9C51-F8F75415CFD8}" destId="{BD155CD9-1BA7-42E5-85C7-4DA7621EA849}" srcOrd="6" destOrd="0" presId="urn:microsoft.com/office/officeart/2005/8/layout/radial5"/>
    <dgm:cxn modelId="{8868034D-D189-4107-B5AE-51E06AE88857}" type="presParOf" srcId="{D6D2BEE0-29BF-4755-9C51-F8F75415CFD8}" destId="{E1F72FA5-668F-4A95-B810-3276032BBEB8}" srcOrd="7" destOrd="0" presId="urn:microsoft.com/office/officeart/2005/8/layout/radial5"/>
    <dgm:cxn modelId="{9329C9AD-65D7-4921-ABCA-493E64D2FF39}" type="presParOf" srcId="{E1F72FA5-668F-4A95-B810-3276032BBEB8}" destId="{86A7CC19-F45E-457A-BAB7-B4234BED1F18}" srcOrd="0" destOrd="0" presId="urn:microsoft.com/office/officeart/2005/8/layout/radial5"/>
    <dgm:cxn modelId="{82EE530B-4B9E-42A8-9490-453EEEEB0187}" type="presParOf" srcId="{D6D2BEE0-29BF-4755-9C51-F8F75415CFD8}" destId="{67F8CFF2-14E9-4C7D-97E9-AD79640F0D1B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A6C20-F2B5-4539-9189-AB6701B2EF73}">
      <dsp:nvSpPr>
        <dsp:cNvPr id="0" name=""/>
        <dsp:cNvSpPr/>
      </dsp:nvSpPr>
      <dsp:spPr>
        <a:xfrm>
          <a:off x="3358753" y="1493072"/>
          <a:ext cx="2383631" cy="5671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6527"/>
              </a:lnTo>
              <a:lnTo>
                <a:pt x="2383631" y="386527"/>
              </a:lnTo>
              <a:lnTo>
                <a:pt x="2383631" y="567195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8B1787-43E5-4FF0-A326-1445BAAF6FFA}">
      <dsp:nvSpPr>
        <dsp:cNvPr id="0" name=""/>
        <dsp:cNvSpPr/>
      </dsp:nvSpPr>
      <dsp:spPr>
        <a:xfrm>
          <a:off x="3313033" y="1493072"/>
          <a:ext cx="91440" cy="56719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67195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6C8356-5FA9-43E0-A36F-15055C2DB36C}">
      <dsp:nvSpPr>
        <dsp:cNvPr id="0" name=""/>
        <dsp:cNvSpPr/>
      </dsp:nvSpPr>
      <dsp:spPr>
        <a:xfrm>
          <a:off x="975121" y="1493072"/>
          <a:ext cx="2383631" cy="567195"/>
        </a:xfrm>
        <a:custGeom>
          <a:avLst/>
          <a:gdLst/>
          <a:ahLst/>
          <a:cxnLst/>
          <a:rect l="0" t="0" r="0" b="0"/>
          <a:pathLst>
            <a:path>
              <a:moveTo>
                <a:pt x="2383631" y="0"/>
              </a:moveTo>
              <a:lnTo>
                <a:pt x="2383631" y="386527"/>
              </a:lnTo>
              <a:lnTo>
                <a:pt x="0" y="386527"/>
              </a:lnTo>
              <a:lnTo>
                <a:pt x="0" y="567195"/>
              </a:lnTo>
            </a:path>
          </a:pathLst>
        </a:custGeom>
        <a:noFill/>
        <a:ln w="12700" cap="flat" cmpd="sng" algn="ctr">
          <a:solidFill>
            <a:schemeClr val="accent1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0B7B36-C38F-49A6-A19C-44498DCA2F6E}">
      <dsp:nvSpPr>
        <dsp:cNvPr id="0" name=""/>
        <dsp:cNvSpPr/>
      </dsp:nvSpPr>
      <dsp:spPr>
        <a:xfrm>
          <a:off x="2383631" y="254667"/>
          <a:ext cx="1950243" cy="1238404"/>
        </a:xfrm>
        <a:prstGeom prst="roundRect">
          <a:avLst>
            <a:gd name="adj" fmla="val 10000"/>
          </a:avLst>
        </a:prstGeom>
        <a:solidFill>
          <a:schemeClr val="accent1">
            <a:alpha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46BDE19-A2FD-44D9-90EE-8482628915CD}">
      <dsp:nvSpPr>
        <dsp:cNvPr id="0" name=""/>
        <dsp:cNvSpPr/>
      </dsp:nvSpPr>
      <dsp:spPr>
        <a:xfrm>
          <a:off x="2600325" y="460526"/>
          <a:ext cx="1950243" cy="12384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Optical Telescope</a:t>
          </a:r>
          <a:endParaRPr lang="en-IN" sz="2400" kern="1200" dirty="0"/>
        </a:p>
      </dsp:txBody>
      <dsp:txXfrm>
        <a:off x="2636597" y="496798"/>
        <a:ext cx="1877699" cy="1165860"/>
      </dsp:txXfrm>
    </dsp:sp>
    <dsp:sp modelId="{7F15F1A9-51B1-4765-9967-9E0737DE5F8A}">
      <dsp:nvSpPr>
        <dsp:cNvPr id="0" name=""/>
        <dsp:cNvSpPr/>
      </dsp:nvSpPr>
      <dsp:spPr>
        <a:xfrm>
          <a:off x="0" y="2060268"/>
          <a:ext cx="1950243" cy="1238404"/>
        </a:xfrm>
        <a:prstGeom prst="roundRect">
          <a:avLst>
            <a:gd name="adj" fmla="val 10000"/>
          </a:avLst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BCBBE7B-7129-4474-AD6D-0236C9685452}">
      <dsp:nvSpPr>
        <dsp:cNvPr id="0" name=""/>
        <dsp:cNvSpPr/>
      </dsp:nvSpPr>
      <dsp:spPr>
        <a:xfrm>
          <a:off x="216693" y="2266127"/>
          <a:ext cx="1950243" cy="12384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Reflecting Telescope</a:t>
          </a:r>
          <a:endParaRPr lang="en-IN" sz="2400" kern="1200" dirty="0"/>
        </a:p>
      </dsp:txBody>
      <dsp:txXfrm>
        <a:off x="252965" y="2302399"/>
        <a:ext cx="1877699" cy="1165860"/>
      </dsp:txXfrm>
    </dsp:sp>
    <dsp:sp modelId="{D475184D-272C-4199-8637-CE279AB3A577}">
      <dsp:nvSpPr>
        <dsp:cNvPr id="0" name=""/>
        <dsp:cNvSpPr/>
      </dsp:nvSpPr>
      <dsp:spPr>
        <a:xfrm>
          <a:off x="2383631" y="2060268"/>
          <a:ext cx="1950243" cy="1238404"/>
        </a:xfrm>
        <a:prstGeom prst="roundRect">
          <a:avLst>
            <a:gd name="adj" fmla="val 10000"/>
          </a:avLst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AD3653E-F0C5-4F0A-A1ED-56DC515A27EE}">
      <dsp:nvSpPr>
        <dsp:cNvPr id="0" name=""/>
        <dsp:cNvSpPr/>
      </dsp:nvSpPr>
      <dsp:spPr>
        <a:xfrm>
          <a:off x="2600325" y="2266127"/>
          <a:ext cx="1950243" cy="12384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Refracting Telescope</a:t>
          </a:r>
          <a:endParaRPr lang="en-IN" sz="2400" kern="1200" dirty="0"/>
        </a:p>
      </dsp:txBody>
      <dsp:txXfrm>
        <a:off x="2636597" y="2302399"/>
        <a:ext cx="1877699" cy="1165860"/>
      </dsp:txXfrm>
    </dsp:sp>
    <dsp:sp modelId="{9778FBEF-28FA-4F01-8AB1-1CBD4A8C6D2E}">
      <dsp:nvSpPr>
        <dsp:cNvPr id="0" name=""/>
        <dsp:cNvSpPr/>
      </dsp:nvSpPr>
      <dsp:spPr>
        <a:xfrm>
          <a:off x="4767262" y="2060268"/>
          <a:ext cx="1950243" cy="1238404"/>
        </a:xfrm>
        <a:prstGeom prst="roundRect">
          <a:avLst>
            <a:gd name="adj" fmla="val 10000"/>
          </a:avLst>
        </a:prstGeom>
        <a:solidFill>
          <a:schemeClr val="accent1">
            <a:alpha val="7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D793509-B647-41C6-8E02-5B3D19EA8860}">
      <dsp:nvSpPr>
        <dsp:cNvPr id="0" name=""/>
        <dsp:cNvSpPr/>
      </dsp:nvSpPr>
      <dsp:spPr>
        <a:xfrm>
          <a:off x="4983956" y="2266127"/>
          <a:ext cx="1950243" cy="12384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Catadioptric Telescope</a:t>
          </a:r>
        </a:p>
      </dsp:txBody>
      <dsp:txXfrm>
        <a:off x="5020228" y="2302399"/>
        <a:ext cx="1877699" cy="11658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5CCC48-6E6C-4513-ABD4-7515C12C0A50}">
      <dsp:nvSpPr>
        <dsp:cNvPr id="0" name=""/>
        <dsp:cNvSpPr/>
      </dsp:nvSpPr>
      <dsp:spPr>
        <a:xfrm>
          <a:off x="5171777" y="2593677"/>
          <a:ext cx="1848445" cy="184844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Cassegrain Telescope</a:t>
          </a:r>
          <a:endParaRPr lang="en-IN" sz="2200" kern="1200" dirty="0"/>
        </a:p>
      </dsp:txBody>
      <dsp:txXfrm>
        <a:off x="5442476" y="2864376"/>
        <a:ext cx="1307047" cy="1307047"/>
      </dsp:txXfrm>
    </dsp:sp>
    <dsp:sp modelId="{079156F7-9BFD-47A2-9B91-E77234A3B5E5}">
      <dsp:nvSpPr>
        <dsp:cNvPr id="0" name=""/>
        <dsp:cNvSpPr/>
      </dsp:nvSpPr>
      <dsp:spPr>
        <a:xfrm rot="16213257">
          <a:off x="5916165" y="1941410"/>
          <a:ext cx="369405" cy="62847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5971362" y="2122514"/>
        <a:ext cx="258584" cy="377083"/>
      </dsp:txXfrm>
    </dsp:sp>
    <dsp:sp modelId="{00D6B949-2DFF-441C-B4EA-48616F782CB2}">
      <dsp:nvSpPr>
        <dsp:cNvPr id="0" name=""/>
        <dsp:cNvSpPr/>
      </dsp:nvSpPr>
      <dsp:spPr>
        <a:xfrm>
          <a:off x="5181593" y="48260"/>
          <a:ext cx="1848445" cy="184844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Schmidt-Cassegrain Telescope</a:t>
          </a:r>
          <a:endParaRPr lang="en-IN" sz="2200" kern="1200" dirty="0"/>
        </a:p>
      </dsp:txBody>
      <dsp:txXfrm>
        <a:off x="5452292" y="318959"/>
        <a:ext cx="1307047" cy="1307047"/>
      </dsp:txXfrm>
    </dsp:sp>
    <dsp:sp modelId="{7AC1B69B-2F50-44EF-BEBB-EE8595A992DB}">
      <dsp:nvSpPr>
        <dsp:cNvPr id="0" name=""/>
        <dsp:cNvSpPr/>
      </dsp:nvSpPr>
      <dsp:spPr>
        <a:xfrm>
          <a:off x="7183088" y="3203664"/>
          <a:ext cx="392359" cy="62847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7183088" y="3329358"/>
        <a:ext cx="274651" cy="377083"/>
      </dsp:txXfrm>
    </dsp:sp>
    <dsp:sp modelId="{5BA0EF2F-DA5D-46EF-A44D-68758A130D74}">
      <dsp:nvSpPr>
        <dsp:cNvPr id="0" name=""/>
        <dsp:cNvSpPr/>
      </dsp:nvSpPr>
      <dsp:spPr>
        <a:xfrm>
          <a:off x="7760523" y="2593677"/>
          <a:ext cx="1848445" cy="184844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Maksutov</a:t>
          </a:r>
          <a:r>
            <a:rPr lang="en-US" sz="2200" kern="1200" dirty="0"/>
            <a:t>-Cassegrain Telescope</a:t>
          </a:r>
          <a:endParaRPr lang="en-IN" sz="2200" kern="1200" dirty="0"/>
        </a:p>
      </dsp:txBody>
      <dsp:txXfrm>
        <a:off x="8031222" y="2864376"/>
        <a:ext cx="1307047" cy="1307047"/>
      </dsp:txXfrm>
    </dsp:sp>
    <dsp:sp modelId="{8B6CB82C-729B-4F41-AB80-C2C9A5B9CCF4}">
      <dsp:nvSpPr>
        <dsp:cNvPr id="0" name=""/>
        <dsp:cNvSpPr/>
      </dsp:nvSpPr>
      <dsp:spPr>
        <a:xfrm rot="5400000">
          <a:off x="5899820" y="4486932"/>
          <a:ext cx="392359" cy="62847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5958674" y="4553772"/>
        <a:ext cx="274651" cy="377083"/>
      </dsp:txXfrm>
    </dsp:sp>
    <dsp:sp modelId="{BD155CD9-1BA7-42E5-85C7-4DA7621EA849}">
      <dsp:nvSpPr>
        <dsp:cNvPr id="0" name=""/>
        <dsp:cNvSpPr/>
      </dsp:nvSpPr>
      <dsp:spPr>
        <a:xfrm>
          <a:off x="5171777" y="5182423"/>
          <a:ext cx="1848445" cy="184844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Ritchey-Chretien Telescope</a:t>
          </a:r>
          <a:endParaRPr lang="en-IN" sz="2200" kern="1200" dirty="0"/>
        </a:p>
      </dsp:txBody>
      <dsp:txXfrm>
        <a:off x="5442476" y="5453122"/>
        <a:ext cx="1307047" cy="1307047"/>
      </dsp:txXfrm>
    </dsp:sp>
    <dsp:sp modelId="{E1F72FA5-668F-4A95-B810-3276032BBEB8}">
      <dsp:nvSpPr>
        <dsp:cNvPr id="0" name=""/>
        <dsp:cNvSpPr/>
      </dsp:nvSpPr>
      <dsp:spPr>
        <a:xfrm rot="10800000">
          <a:off x="4616551" y="3203664"/>
          <a:ext cx="392359" cy="628471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 rot="10800000">
        <a:off x="4734259" y="3329358"/>
        <a:ext cx="274651" cy="377083"/>
      </dsp:txXfrm>
    </dsp:sp>
    <dsp:sp modelId="{67F8CFF2-14E9-4C7D-97E9-AD79640F0D1B}">
      <dsp:nvSpPr>
        <dsp:cNvPr id="0" name=""/>
        <dsp:cNvSpPr/>
      </dsp:nvSpPr>
      <dsp:spPr>
        <a:xfrm>
          <a:off x="2583031" y="2593677"/>
          <a:ext cx="1848445" cy="184844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/>
            <a:t>Klevtsov</a:t>
          </a:r>
          <a:r>
            <a:rPr lang="en-US" sz="2200" kern="1200" dirty="0"/>
            <a:t>-Cassegrain Telescope</a:t>
          </a:r>
          <a:endParaRPr lang="en-IN" sz="2200" kern="1200" dirty="0"/>
        </a:p>
      </dsp:txBody>
      <dsp:txXfrm>
        <a:off x="2853730" y="2864376"/>
        <a:ext cx="1307047" cy="13070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8EB0BA-7B5C-4FDE-B801-99168B473229}" type="datetimeFigureOut">
              <a:rPr lang="en-IN" smtClean="0"/>
              <a:t>21-05-2026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0C114-65FD-4CE8-9F43-680A92590E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576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0C114-65FD-4CE8-9F43-680A92590E3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140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581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44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8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914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36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757613"/>
            <a:ext cx="7736681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53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4156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7716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5177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18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6055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308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1232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51BA-4B16-5716-1E6F-F425E4A32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1409700"/>
            <a:ext cx="13716000" cy="3581400"/>
          </a:xfrm>
        </p:spPr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CASSEGRAIN TELESCOPE</a:t>
            </a:r>
            <a:br>
              <a:rPr lang="en-IN" dirty="0"/>
            </a:br>
            <a:r>
              <a:rPr lang="en-IN" sz="4800" dirty="0">
                <a:latin typeface="Agency FB" panose="020B0503020202020204" pitchFamily="34" charset="0"/>
              </a:rPr>
              <a:t>                                                         an Overview….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6183EA-C9ED-AD3A-518D-BD1D11B11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0" y="6393657"/>
            <a:ext cx="17754600" cy="2483643"/>
          </a:xfrm>
        </p:spPr>
        <p:txBody>
          <a:bodyPr>
            <a:normAutofit/>
          </a:bodyPr>
          <a:lstStyle/>
          <a:p>
            <a:r>
              <a:rPr lang="en-IN" sz="2800" dirty="0"/>
              <a:t>                                                                   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Sanjay R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2024PGPHPH10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course code – PH3206</a:t>
            </a:r>
          </a:p>
        </p:txBody>
      </p:sp>
    </p:spTree>
    <p:extLst>
      <p:ext uri="{BB962C8B-B14F-4D97-AF65-F5344CB8AC3E}">
        <p14:creationId xmlns:p14="http://schemas.microsoft.com/office/powerpoint/2010/main" val="11215480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7C4A-BF3F-FCB0-6DF5-EEC3F13A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Agency FB" panose="020B0503020202020204" pitchFamily="34" charset="0"/>
              </a:rPr>
              <a:t>TABLE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0D8F5-D655-0D4D-D3CB-4F561CDFF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Telescope and its types</a:t>
            </a:r>
          </a:p>
          <a:p>
            <a:r>
              <a:rPr lang="en-IN" dirty="0"/>
              <a:t>Cassegrain reflecting Telescope</a:t>
            </a:r>
          </a:p>
          <a:p>
            <a:r>
              <a:rPr lang="en-IN" dirty="0"/>
              <a:t>Construction of Cassegrain Telescope</a:t>
            </a:r>
          </a:p>
          <a:p>
            <a:r>
              <a:rPr lang="en-IN" dirty="0"/>
              <a:t>Working of Cassegrain Telescope</a:t>
            </a:r>
          </a:p>
          <a:p>
            <a:r>
              <a:rPr lang="en-IN" sz="4400" dirty="0"/>
              <a:t>Visual representation of a Cassegrain Telescope </a:t>
            </a:r>
          </a:p>
          <a:p>
            <a:r>
              <a:rPr lang="en-IN" dirty="0"/>
              <a:t>Mathematical Representation</a:t>
            </a:r>
          </a:p>
          <a:p>
            <a:r>
              <a:rPr lang="en-US" sz="4400" dirty="0"/>
              <a:t>F</a:t>
            </a:r>
            <a:r>
              <a:rPr lang="en-IN" sz="4400" dirty="0" err="1"/>
              <a:t>amily</a:t>
            </a:r>
            <a:r>
              <a:rPr lang="en-IN" sz="4400" dirty="0"/>
              <a:t> of Cassegrain Reflector</a:t>
            </a:r>
          </a:p>
          <a:p>
            <a:r>
              <a:rPr lang="en-IN" dirty="0"/>
              <a:t>My Thoughts</a:t>
            </a:r>
          </a:p>
          <a:p>
            <a:r>
              <a:rPr lang="en-IN" dirty="0"/>
              <a:t>Application</a:t>
            </a:r>
          </a:p>
          <a:p>
            <a:r>
              <a:rPr lang="en-IN" sz="4400" dirty="0"/>
              <a:t>Images Captured by Cassegrain Telescope and its family</a:t>
            </a:r>
            <a:endParaRPr lang="en-IN" dirty="0"/>
          </a:p>
          <a:p>
            <a:r>
              <a:rPr lang="en-IN" dirty="0"/>
              <a:t>Conclusion</a:t>
            </a:r>
          </a:p>
          <a:p>
            <a:r>
              <a:rPr lang="en-IN" dirty="0"/>
              <a:t>Reference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58175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E85B7C4-E1DA-AADB-593D-D508ED1B50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643746"/>
              </p:ext>
            </p:extLst>
          </p:nvPr>
        </p:nvGraphicFramePr>
        <p:xfrm>
          <a:off x="6553200" y="5107858"/>
          <a:ext cx="6934200" cy="375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F1B962-9B07-37B0-F93F-A6C3A8CE47CF}"/>
              </a:ext>
            </a:extLst>
          </p:cNvPr>
          <p:cNvSpPr txBox="1"/>
          <p:nvPr/>
        </p:nvSpPr>
        <p:spPr>
          <a:xfrm>
            <a:off x="1066800" y="495300"/>
            <a:ext cx="7391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atin typeface="Agency FB" panose="020B0503020202020204" pitchFamily="34" charset="0"/>
              </a:rPr>
              <a:t>What is Telescope</a:t>
            </a:r>
            <a:endParaRPr lang="en-IN" sz="6600" b="1" dirty="0">
              <a:latin typeface="Agency FB" panose="020B0503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4D262-D5FB-62E5-CD10-24941784F3CA}"/>
              </a:ext>
            </a:extLst>
          </p:cNvPr>
          <p:cNvSpPr txBox="1"/>
          <p:nvPr/>
        </p:nvSpPr>
        <p:spPr>
          <a:xfrm>
            <a:off x="1676400" y="1866900"/>
            <a:ext cx="1538549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An optical instrument used to see distant object like </a:t>
            </a:r>
            <a:r>
              <a:rPr lang="en-US" sz="3600" dirty="0" err="1"/>
              <a:t>star,exoplanets</a:t>
            </a:r>
            <a:r>
              <a:rPr lang="en-US" sz="3600" dirty="0"/>
              <a:t> and Space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It magnifies the things in the space and shows exact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196FD8-6A99-8502-01BA-B4E70B0B73FD}"/>
              </a:ext>
            </a:extLst>
          </p:cNvPr>
          <p:cNvSpPr txBox="1"/>
          <p:nvPr/>
        </p:nvSpPr>
        <p:spPr>
          <a:xfrm>
            <a:off x="3581400" y="3607832"/>
            <a:ext cx="7696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gency FB" panose="020B0503020202020204" pitchFamily="34" charset="0"/>
              </a:rPr>
              <a:t>Types of Telescope</a:t>
            </a:r>
            <a:endParaRPr lang="en-IN" sz="60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9304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2E1609-2EF5-622B-6721-3D300C4D1C75}"/>
              </a:ext>
            </a:extLst>
          </p:cNvPr>
          <p:cNvSpPr txBox="1"/>
          <p:nvPr/>
        </p:nvSpPr>
        <p:spPr>
          <a:xfrm>
            <a:off x="533400" y="723900"/>
            <a:ext cx="1295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7200" b="1" dirty="0">
                <a:latin typeface="Agency FB" panose="020B0503020202020204" pitchFamily="34" charset="0"/>
              </a:rPr>
              <a:t>CASSEGRAIN Reflecting Telescope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30D056-96DA-13D6-178F-9D7116D5540B}"/>
              </a:ext>
            </a:extLst>
          </p:cNvPr>
          <p:cNvSpPr txBox="1"/>
          <p:nvPr/>
        </p:nvSpPr>
        <p:spPr>
          <a:xfrm>
            <a:off x="457200" y="2933700"/>
            <a:ext cx="10820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600" i="0" dirty="0">
                <a:effectLst/>
              </a:rPr>
              <a:t>The Cassegrain Telescope – Reflecting Telescope(uses primary &amp; Secondary Mirrors)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600" dirty="0"/>
              <a:t>Primary Mirror – huge parabolic concave mirror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600" i="0" dirty="0">
                <a:effectLst/>
              </a:rPr>
              <a:t>Secondary Mirror – small hyperbolic convex mirror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600" dirty="0"/>
              <a:t>Mechanism - folded light paths using a mirrors allows it to deliver long focal lengths without needing a physically long tube.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600" i="0" dirty="0">
                <a:effectLst/>
              </a:rPr>
              <a:t>The Design was first introduced by Laurent Cassegrain in1672 so the telescope is named after his name</a:t>
            </a:r>
            <a:endParaRPr lang="en-IN" sz="3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BC81D0-EF9F-D746-5D21-B9CB5EC84E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1866900"/>
            <a:ext cx="5832276" cy="769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650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A557FD-EE57-73EA-39B2-EEDD4BFF21DD}"/>
              </a:ext>
            </a:extLst>
          </p:cNvPr>
          <p:cNvSpPr txBox="1"/>
          <p:nvPr/>
        </p:nvSpPr>
        <p:spPr>
          <a:xfrm>
            <a:off x="533400" y="703302"/>
            <a:ext cx="10058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Agency FB" panose="020B0503020202020204" pitchFamily="34" charset="0"/>
              </a:rPr>
              <a:t>Construction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709382-E161-8332-18B0-37AD39F498D9}"/>
              </a:ext>
            </a:extLst>
          </p:cNvPr>
          <p:cNvSpPr txBox="1"/>
          <p:nvPr/>
        </p:nvSpPr>
        <p:spPr>
          <a:xfrm>
            <a:off x="533400" y="2247900"/>
            <a:ext cx="11353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Primary mirror- at the bottom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/>
              <a:t>Secondary mirror – just before the focal point of primary mirror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b="0" i="0" dirty="0">
                <a:effectLst/>
              </a:rPr>
              <a:t>In a Cassegrain both mirrors are aligned in the optical axis 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/>
          </a:p>
          <a:p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CDEDA-FA7B-E267-EA72-1C8F970517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39600" y="571500"/>
            <a:ext cx="4876800" cy="4800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423C99-00F4-B947-24E4-90B0E3FF8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26" y="5372100"/>
            <a:ext cx="3962400" cy="44196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59EE76-0BD2-3697-2693-C64055294389}"/>
              </a:ext>
            </a:extLst>
          </p:cNvPr>
          <p:cNvSpPr txBox="1"/>
          <p:nvPr/>
        </p:nvSpPr>
        <p:spPr>
          <a:xfrm>
            <a:off x="5105400" y="5751624"/>
            <a:ext cx="11963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b="0" i="0" dirty="0">
                <a:effectLst/>
              </a:rPr>
              <a:t>A primary mirror contains a hole in the center it permits the light to reach an eyepiece.</a:t>
            </a:r>
            <a:endParaRPr lang="en-IN" sz="32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/>
              <a:t>Eyepiece(Visual back) – magnifies the real image formed in the focus and visualizes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/>
              <a:t>Baffle tube - </a:t>
            </a:r>
            <a:r>
              <a:rPr lang="en-IN" sz="3200" b="1" dirty="0"/>
              <a:t>blocking stary</a:t>
            </a:r>
            <a:r>
              <a:rPr lang="en-IN" sz="3200" dirty="0"/>
              <a:t> and off axis light and helps to maintain optical alignment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200" dirty="0"/>
              <a:t>The outer covering - </a:t>
            </a:r>
            <a:r>
              <a:rPr lang="en-IN" sz="3200" b="1" dirty="0"/>
              <a:t>carbon fibre</a:t>
            </a:r>
            <a:r>
              <a:rPr lang="en-IN" sz="3200" dirty="0"/>
              <a:t> for its light weight and thermal stability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2070861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C69BE1-E3FD-1A1A-6939-B6F721308675}"/>
              </a:ext>
            </a:extLst>
          </p:cNvPr>
          <p:cNvSpPr txBox="1"/>
          <p:nvPr/>
        </p:nvSpPr>
        <p:spPr>
          <a:xfrm>
            <a:off x="381000" y="356072"/>
            <a:ext cx="5867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Agency FB" panose="020B0503020202020204" pitchFamily="34" charset="0"/>
              </a:rPr>
              <a:t>Working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EEF466-1B6E-A2B3-0F98-5ED87B9CA22D}"/>
              </a:ext>
            </a:extLst>
          </p:cNvPr>
          <p:cNvSpPr txBox="1"/>
          <p:nvPr/>
        </p:nvSpPr>
        <p:spPr>
          <a:xfrm>
            <a:off x="533400" y="3550569"/>
            <a:ext cx="10439400" cy="7971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Light from a distant object (like a star or planet) enters the front opening of the telescope.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The light is parallel as the object is at infinity.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light hits the large concave primary mirror and starts to converge the light toward its focal point.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Before the light reaches the primary focal point, it hits the convex secondary mirror.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hyperbolic mirror diverges the light slightly and reflects it back through a small hole in the center of the primary mirror.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3200" dirty="0"/>
              <a:t>The image is formed in the focal plane behind the primary mirror in the eyepiece </a:t>
            </a:r>
            <a:endParaRPr kumimoji="0" lang="en-US" altLang="en-US" sz="3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en-IN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2DE02-B7B5-5483-7AFF-232DD65D678C}"/>
              </a:ext>
            </a:extLst>
          </p:cNvPr>
          <p:cNvSpPr txBox="1"/>
          <p:nvPr/>
        </p:nvSpPr>
        <p:spPr>
          <a:xfrm>
            <a:off x="838200" y="1714500"/>
            <a:ext cx="16840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Parallel(distant) light → Primary mirror → Secondary mirror →                  Hole in primary → Focal plane → eyepiece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E4FB6-FB21-15B0-CBD4-DC2464E732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0" y="3848100"/>
            <a:ext cx="6827209" cy="508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9823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d">
            <a:hlinkClick r:id="" action="ppaction://media"/>
            <a:extLst>
              <a:ext uri="{FF2B5EF4-FFF2-40B4-BE49-F238E27FC236}">
                <a16:creationId xmlns:a16="http://schemas.microsoft.com/office/drawing/2014/main" id="{BE1882D3-2C70-F858-DA32-4571D1F7E5C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286000" y="2324100"/>
            <a:ext cx="13716000" cy="6324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69B0B2-291B-A48F-E621-DFDB928D9832}"/>
              </a:ext>
            </a:extLst>
          </p:cNvPr>
          <p:cNvSpPr txBox="1"/>
          <p:nvPr/>
        </p:nvSpPr>
        <p:spPr>
          <a:xfrm>
            <a:off x="1219200" y="1354604"/>
            <a:ext cx="1447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latin typeface="Agency FB" panose="020B0503020202020204" pitchFamily="34" charset="0"/>
              </a:rPr>
              <a:t>Visual representation of a Cassegrain Telescope </a:t>
            </a:r>
          </a:p>
        </p:txBody>
      </p:sp>
    </p:spTree>
    <p:extLst>
      <p:ext uri="{BB962C8B-B14F-4D97-AF65-F5344CB8AC3E}">
        <p14:creationId xmlns:p14="http://schemas.microsoft.com/office/powerpoint/2010/main" val="14041390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18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17D5E9-4EAF-8F5A-1259-AE9A0F495890}"/>
              </a:ext>
            </a:extLst>
          </p:cNvPr>
          <p:cNvSpPr txBox="1"/>
          <p:nvPr/>
        </p:nvSpPr>
        <p:spPr>
          <a:xfrm>
            <a:off x="1981200" y="1409700"/>
            <a:ext cx="15849600" cy="895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3200" dirty="0"/>
              <a:t>Radius of Curvature of the primary mirror </a:t>
            </a:r>
          </a:p>
          <a:p>
            <a:pPr>
              <a:buNone/>
            </a:pPr>
            <a:endParaRPr lang="en-IN" sz="3200" dirty="0"/>
          </a:p>
          <a:p>
            <a:pPr algn="ctr"/>
            <a:r>
              <a:rPr lang="en-IN" sz="3200" b="1" dirty="0"/>
              <a:t>R= -2DF/(F-B)=-2F/M</a:t>
            </a:r>
          </a:p>
          <a:p>
            <a:pPr algn="ctr"/>
            <a:endParaRPr lang="en-IN" sz="3200" b="1" dirty="0"/>
          </a:p>
          <a:p>
            <a:pPr>
              <a:buNone/>
            </a:pPr>
            <a:r>
              <a:rPr lang="en-IN" sz="3200" dirty="0"/>
              <a:t>Radius of Curvature of the Secondary mirror </a:t>
            </a:r>
          </a:p>
          <a:p>
            <a:pPr>
              <a:buNone/>
            </a:pPr>
            <a:endParaRPr lang="en-IN" sz="3200" dirty="0"/>
          </a:p>
          <a:p>
            <a:pPr algn="ctr">
              <a:buNone/>
            </a:pPr>
            <a:r>
              <a:rPr lang="en-IN" sz="3200" b="1" dirty="0"/>
              <a:t>r= -2DB/(F-B-D)=-2B/(M-1)</a:t>
            </a:r>
          </a:p>
          <a:p>
            <a:pPr algn="ctr">
              <a:buNone/>
            </a:pPr>
            <a:endParaRPr lang="en-IN" sz="3200" b="1" dirty="0"/>
          </a:p>
          <a:p>
            <a:pPr>
              <a:buNone/>
            </a:pPr>
            <a:r>
              <a:rPr lang="en-IN" sz="3200" dirty="0"/>
              <a:t>Distance between two mirror</a:t>
            </a:r>
          </a:p>
          <a:p>
            <a:pPr algn="ctr">
              <a:buNone/>
            </a:pPr>
            <a:endParaRPr lang="en-IN" sz="3200" b="1" dirty="0"/>
          </a:p>
          <a:p>
            <a:pPr algn="ctr">
              <a:buNone/>
            </a:pPr>
            <a:r>
              <a:rPr lang="en-IN" sz="3200" b="1" dirty="0"/>
              <a:t>D = f(F-B)/(</a:t>
            </a:r>
            <a:r>
              <a:rPr lang="en-IN" sz="3200" b="1" dirty="0" err="1"/>
              <a:t>F+f</a:t>
            </a:r>
            <a:r>
              <a:rPr lang="en-IN" sz="3200" b="1" dirty="0"/>
              <a:t>)</a:t>
            </a:r>
          </a:p>
          <a:p>
            <a:pPr>
              <a:buNone/>
            </a:pPr>
            <a:r>
              <a:rPr lang="en-IN" sz="3200" dirty="0"/>
              <a:t>Where</a:t>
            </a:r>
          </a:p>
          <a:p>
            <a:r>
              <a:rPr lang="en-IN" sz="3200" dirty="0"/>
              <a:t>             F – effective focal length of the system</a:t>
            </a:r>
          </a:p>
          <a:p>
            <a:r>
              <a:rPr lang="en-IN" sz="3200" dirty="0"/>
              <a:t>		   B – The back focal length</a:t>
            </a:r>
          </a:p>
          <a:p>
            <a:r>
              <a:rPr lang="en-IN" sz="3200" dirty="0"/>
              <a:t>		   f – focal length of primary mirror </a:t>
            </a:r>
          </a:p>
          <a:p>
            <a:r>
              <a:rPr lang="en-IN" sz="3200" dirty="0"/>
              <a:t>		   M = (F-B)/D – Secondary magnification</a:t>
            </a:r>
          </a:p>
          <a:p>
            <a:r>
              <a:rPr lang="en-US" sz="3200" dirty="0"/>
              <a:t>The ratio of secondary mirror to the primary mirror in Cassegrain Telescope is = 3/10</a:t>
            </a:r>
          </a:p>
          <a:p>
            <a:pPr>
              <a:buNone/>
            </a:pPr>
            <a:endParaRPr lang="en-IN" sz="3200" dirty="0"/>
          </a:p>
        </p:txBody>
      </p:sp>
      <p:sp>
        <p:nvSpPr>
          <p:cNvPr id="4" name="AutoShape 2" descr="{\displaystyle R_{1}=-{\frac {2DF}{F-B}}=-{\frac {2F}{M}}}">
            <a:extLst>
              <a:ext uri="{FF2B5EF4-FFF2-40B4-BE49-F238E27FC236}">
                <a16:creationId xmlns:a16="http://schemas.microsoft.com/office/drawing/2014/main" id="{11AFB095-AE0B-BCE4-69D3-25D3E2A3E9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497" y="-61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FC40FF-27A4-79B0-AE96-93C04334987F}"/>
              </a:ext>
            </a:extLst>
          </p:cNvPr>
          <p:cNvSpPr txBox="1"/>
          <p:nvPr/>
        </p:nvSpPr>
        <p:spPr>
          <a:xfrm>
            <a:off x="616410" y="146255"/>
            <a:ext cx="104325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gency FB" panose="020B0503020202020204" pitchFamily="34" charset="0"/>
              </a:rPr>
              <a:t>Mathematical Representation</a:t>
            </a:r>
            <a:endParaRPr lang="en-IN" sz="6000" b="1" dirty="0">
              <a:latin typeface="Agency FB" panose="020B05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897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D1FEC2-637E-DA9A-B7E9-D2198433F737}"/>
              </a:ext>
            </a:extLst>
          </p:cNvPr>
          <p:cNvSpPr txBox="1"/>
          <p:nvPr/>
        </p:nvSpPr>
        <p:spPr>
          <a:xfrm>
            <a:off x="762000" y="746769"/>
            <a:ext cx="13335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Agency FB" panose="020B0503020202020204" pitchFamily="34" charset="0"/>
              </a:rPr>
              <a:t>F</a:t>
            </a:r>
            <a:r>
              <a:rPr lang="en-IN" sz="6000" b="1" dirty="0" err="1">
                <a:latin typeface="Agency FB" panose="020B0503020202020204" pitchFamily="34" charset="0"/>
              </a:rPr>
              <a:t>amily</a:t>
            </a:r>
            <a:r>
              <a:rPr lang="en-IN" sz="6000" b="1" dirty="0">
                <a:latin typeface="Agency FB" panose="020B0503020202020204" pitchFamily="34" charset="0"/>
              </a:rPr>
              <a:t> of Cassegrain Reflector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AEDBE54-7BF1-BBB9-58E4-9D894F1646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8409130"/>
              </p:ext>
            </p:extLst>
          </p:nvPr>
        </p:nvGraphicFramePr>
        <p:xfrm>
          <a:off x="3048000" y="2019300"/>
          <a:ext cx="12192000" cy="703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5289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D3D33D-A6E7-724A-A5A0-6BE38AFF80D6}"/>
              </a:ext>
            </a:extLst>
          </p:cNvPr>
          <p:cNvSpPr txBox="1"/>
          <p:nvPr/>
        </p:nvSpPr>
        <p:spPr>
          <a:xfrm>
            <a:off x="533400" y="571500"/>
            <a:ext cx="6172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/>
              <a:t>My Thoughts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B81142-3A7C-2C53-756B-90B6DAC166E3}"/>
              </a:ext>
            </a:extLst>
          </p:cNvPr>
          <p:cNvSpPr txBox="1"/>
          <p:nvPr/>
        </p:nvSpPr>
        <p:spPr>
          <a:xfrm>
            <a:off x="1828800" y="2204219"/>
            <a:ext cx="1310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Primary &amp; Secondary Mirror → Deformable Mirrors</a:t>
            </a:r>
          </a:p>
          <a:p>
            <a:endParaRPr lang="en-IN" sz="4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358CD-BDE4-BA8D-F712-E70F208CFAB9}"/>
              </a:ext>
            </a:extLst>
          </p:cNvPr>
          <p:cNvSpPr txBox="1"/>
          <p:nvPr/>
        </p:nvSpPr>
        <p:spPr>
          <a:xfrm>
            <a:off x="1040130" y="3436130"/>
            <a:ext cx="11658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Wave Front Sensor - Hartman Sack sensor(grid), Pyramid Sensor(pyramid)  →  Data Processing(control System) - Determine the shape →  Actuators(Electrical </a:t>
            </a:r>
            <a:r>
              <a:rPr lang="en-IN" sz="2400" dirty="0"/>
              <a:t>→</a:t>
            </a:r>
            <a:r>
              <a:rPr lang="en-IN" sz="3600" dirty="0"/>
              <a:t> Mechanical ) Change the shape  →  corrected wave front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858E9D-52AD-3D70-DE44-479394EE96A6}"/>
              </a:ext>
            </a:extLst>
          </p:cNvPr>
          <p:cNvSpPr txBox="1"/>
          <p:nvPr/>
        </p:nvSpPr>
        <p:spPr>
          <a:xfrm>
            <a:off x="1066800" y="7475145"/>
            <a:ext cx="8915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Growing Technology – </a:t>
            </a:r>
            <a:r>
              <a:rPr lang="en-IN" sz="3200" dirty="0" err="1"/>
              <a:t>Metasurface</a:t>
            </a:r>
            <a:r>
              <a:rPr lang="en-IN" sz="3200" dirty="0"/>
              <a:t> mirrors(thin Flat  single film)-2D array of nanostructure(meta atoms)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89B643-4319-ECB2-0727-2497C3AA06F9}"/>
              </a:ext>
            </a:extLst>
          </p:cNvPr>
          <p:cNvSpPr txBox="1"/>
          <p:nvPr/>
        </p:nvSpPr>
        <p:spPr>
          <a:xfrm>
            <a:off x="1066800" y="8724900"/>
            <a:ext cx="7315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SR Cassegrain Telescope</a:t>
            </a:r>
          </a:p>
        </p:txBody>
      </p:sp>
      <p:pic>
        <p:nvPicPr>
          <p:cNvPr id="2050" name="Picture 2" descr="Deformable Mirrors - ALPAO">
            <a:extLst>
              <a:ext uri="{FF2B5EF4-FFF2-40B4-BE49-F238E27FC236}">
                <a16:creationId xmlns:a16="http://schemas.microsoft.com/office/drawing/2014/main" id="{01332F1C-B784-3CFA-FF3F-D458BB132D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120" y="6609223"/>
            <a:ext cx="7010400" cy="3173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2" descr="Deformable mirror - Wikipedia">
            <a:extLst>
              <a:ext uri="{FF2B5EF4-FFF2-40B4-BE49-F238E27FC236}">
                <a16:creationId xmlns:a16="http://schemas.microsoft.com/office/drawing/2014/main" id="{D11A0B13-84C1-202B-918E-61C817884A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2" descr="41J Blog » Blog Archive » Piezo actuators – A review">
            <a:extLst>
              <a:ext uri="{FF2B5EF4-FFF2-40B4-BE49-F238E27FC236}">
                <a16:creationId xmlns:a16="http://schemas.microsoft.com/office/drawing/2014/main" id="{AA07092F-CB0C-18DD-676A-FACD4E980C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98730" y="2204219"/>
            <a:ext cx="5014910" cy="354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C76007A-E448-5076-DC3B-B90A8F074F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0" y="1919348"/>
            <a:ext cx="5486400" cy="10382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A2E7BCA-58DC-3DC5-7471-E947E202D717}"/>
              </a:ext>
            </a:extLst>
          </p:cNvPr>
          <p:cNvSpPr txBox="1"/>
          <p:nvPr/>
        </p:nvSpPr>
        <p:spPr>
          <a:xfrm>
            <a:off x="1055370" y="5836399"/>
            <a:ext cx="93421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Piezoelectric Actuator(Ceramic) → Voltage(expands or contract)</a:t>
            </a:r>
          </a:p>
          <a:p>
            <a:r>
              <a:rPr lang="en-IN" sz="3200" dirty="0"/>
              <a:t>Developing user friendly software</a:t>
            </a:r>
          </a:p>
        </p:txBody>
      </p:sp>
    </p:spTree>
    <p:extLst>
      <p:ext uri="{BB962C8B-B14F-4D97-AF65-F5344CB8AC3E}">
        <p14:creationId xmlns:p14="http://schemas.microsoft.com/office/powerpoint/2010/main" val="3921320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0110AF-2E13-039E-B727-54BC8AB72728}"/>
              </a:ext>
            </a:extLst>
          </p:cNvPr>
          <p:cNvSpPr txBox="1"/>
          <p:nvPr/>
        </p:nvSpPr>
        <p:spPr>
          <a:xfrm>
            <a:off x="990600" y="723900"/>
            <a:ext cx="7315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Agency FB" panose="020B0503020202020204" pitchFamily="34" charset="0"/>
              </a:rPr>
              <a:t>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5CDDD-953A-4E22-0ACD-81840EDDE6DC}"/>
              </a:ext>
            </a:extLst>
          </p:cNvPr>
          <p:cNvSpPr txBox="1"/>
          <p:nvPr/>
        </p:nvSpPr>
        <p:spPr>
          <a:xfrm>
            <a:off x="762000" y="2552700"/>
            <a:ext cx="111252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Observing </a:t>
            </a:r>
            <a:r>
              <a:rPr lang="en-IN" sz="3600" b="1" dirty="0"/>
              <a:t>celestial objects</a:t>
            </a:r>
            <a:r>
              <a:rPr lang="en-IN" sz="3600" dirty="0"/>
              <a:t> including the moon, planets, stars and deep sky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It is popular choice for both </a:t>
            </a:r>
            <a:r>
              <a:rPr lang="en-IN" sz="3600" b="1" dirty="0"/>
              <a:t>professional and  amateur Astronomers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Cassegrain designs are also used </a:t>
            </a:r>
            <a:r>
              <a:rPr lang="en-IN" sz="3600" b="1" dirty="0"/>
              <a:t>in radio telescopes and radio antennas</a:t>
            </a:r>
            <a:endParaRPr lang="en-I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It suits for a variety of observing tasks including </a:t>
            </a:r>
            <a:r>
              <a:rPr lang="en-IN" sz="3600" b="1" dirty="0"/>
              <a:t>planetary and lunar observations</a:t>
            </a:r>
            <a:r>
              <a:rPr lang="en-IN" sz="3600" dirty="0"/>
              <a:t> 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3600" dirty="0"/>
              <a:t>A more compact design, the ability to eliminate chromatic aberration, the potential for larger apertures and cost effectiveness  shows it is much better than refracting telescopes</a:t>
            </a:r>
          </a:p>
        </p:txBody>
      </p:sp>
      <p:pic>
        <p:nvPicPr>
          <p:cNvPr id="1026" name="Picture 2" descr="Image result for deep sky images clicked by caseegrain">
            <a:extLst>
              <a:ext uri="{FF2B5EF4-FFF2-40B4-BE49-F238E27FC236}">
                <a16:creationId xmlns:a16="http://schemas.microsoft.com/office/drawing/2014/main" id="{6DEECD35-6346-5335-02B6-4B05D18860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3000" y="1638300"/>
            <a:ext cx="4343400" cy="350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result for caseegrain radio antena images">
            <a:extLst>
              <a:ext uri="{FF2B5EF4-FFF2-40B4-BE49-F238E27FC236}">
                <a16:creationId xmlns:a16="http://schemas.microsoft.com/office/drawing/2014/main" id="{23416695-B102-F9F6-4EEE-7AD0D58EE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6162" y="5922853"/>
            <a:ext cx="4132193" cy="299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66680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95667C-1201-BC3B-2C61-693D6BFA96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539" y="2579586"/>
            <a:ext cx="2819400" cy="26241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5E1C8E-90E7-ABA0-611B-776740014F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204" y="6749546"/>
            <a:ext cx="2819400" cy="26241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0D73BC-02F1-CFED-FEBB-43FBF48BD3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58600" y="6104066"/>
            <a:ext cx="5791200" cy="3370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30BD3EE-F727-9252-495F-37708C62FC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6742" y="1968918"/>
            <a:ext cx="6858000" cy="47806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99E872-947D-41AD-3CAB-23D6FA9B6F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735596"/>
            <a:ext cx="7162800" cy="61971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4EA58F0-D826-3699-BAB0-B4DAD09FFF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619" y="5448300"/>
            <a:ext cx="6858000" cy="435292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F0A68D-7314-D2EB-02F7-623D49137115}"/>
              </a:ext>
            </a:extLst>
          </p:cNvPr>
          <p:cNvSpPr txBox="1"/>
          <p:nvPr/>
        </p:nvSpPr>
        <p:spPr>
          <a:xfrm>
            <a:off x="383458" y="767082"/>
            <a:ext cx="167996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dirty="0">
                <a:latin typeface="Agency FB" panose="020B0503020202020204" pitchFamily="34" charset="0"/>
              </a:rPr>
              <a:t>Images Captured by Cassegrain Telescope and its family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DC5E69-3A4A-E21D-224A-E66DF4AC21B7}"/>
              </a:ext>
            </a:extLst>
          </p:cNvPr>
          <p:cNvSpPr txBox="1"/>
          <p:nvPr/>
        </p:nvSpPr>
        <p:spPr>
          <a:xfrm>
            <a:off x="7239000" y="5203723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Saturn &amp; it’s mighty 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5C0CEE-4CEC-4715-6805-C5C6C08EDA10}"/>
              </a:ext>
            </a:extLst>
          </p:cNvPr>
          <p:cNvSpPr txBox="1"/>
          <p:nvPr/>
        </p:nvSpPr>
        <p:spPr>
          <a:xfrm>
            <a:off x="13376787" y="5592822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Mars with polar ice caps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AF9243-4D51-20AD-EAA9-7414614FE4B9}"/>
              </a:ext>
            </a:extLst>
          </p:cNvPr>
          <p:cNvSpPr txBox="1"/>
          <p:nvPr/>
        </p:nvSpPr>
        <p:spPr>
          <a:xfrm>
            <a:off x="14377219" y="9453322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jupiter</a:t>
            </a:r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751D2D-5E69-2E89-DC6A-3EC74473066F}"/>
              </a:ext>
            </a:extLst>
          </p:cNvPr>
          <p:cNvSpPr txBox="1"/>
          <p:nvPr/>
        </p:nvSpPr>
        <p:spPr>
          <a:xfrm>
            <a:off x="7202129" y="8766846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Venus at crescent phase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5495CE-05E3-CFAF-9974-04534CB77488}"/>
              </a:ext>
            </a:extLst>
          </p:cNvPr>
          <p:cNvSpPr txBox="1"/>
          <p:nvPr/>
        </p:nvSpPr>
        <p:spPr>
          <a:xfrm>
            <a:off x="1804219" y="5592822"/>
            <a:ext cx="2369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Montes </a:t>
            </a:r>
            <a:r>
              <a:rPr lang="en-IN" dirty="0" err="1"/>
              <a:t>Appennius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75DEBC-0130-4B9F-7056-6D4F8F5E73F8}"/>
              </a:ext>
            </a:extLst>
          </p:cNvPr>
          <p:cNvSpPr txBox="1"/>
          <p:nvPr/>
        </p:nvSpPr>
        <p:spPr>
          <a:xfrm>
            <a:off x="1774722" y="9616526"/>
            <a:ext cx="1624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Copernicus Crater</a:t>
            </a:r>
          </a:p>
        </p:txBody>
      </p:sp>
    </p:spTree>
    <p:extLst>
      <p:ext uri="{BB962C8B-B14F-4D97-AF65-F5344CB8AC3E}">
        <p14:creationId xmlns:p14="http://schemas.microsoft.com/office/powerpoint/2010/main" val="23322089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F3E7DB-3F66-A3A4-4093-F277056BA350}"/>
              </a:ext>
            </a:extLst>
          </p:cNvPr>
          <p:cNvSpPr txBox="1"/>
          <p:nvPr/>
        </p:nvSpPr>
        <p:spPr>
          <a:xfrm>
            <a:off x="609600" y="1008638"/>
            <a:ext cx="4114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Agency FB" panose="020B0503020202020204" pitchFamily="34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1DE643-BA99-8AD2-039E-C73AD46E79ED}"/>
              </a:ext>
            </a:extLst>
          </p:cNvPr>
          <p:cNvSpPr txBox="1"/>
          <p:nvPr/>
        </p:nvSpPr>
        <p:spPr>
          <a:xfrm>
            <a:off x="1295400" y="2324100"/>
            <a:ext cx="16383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                  The Cassegrain design plays a vital role in the formation of Modern Telescope in the modern World</a:t>
            </a:r>
          </a:p>
          <a:p>
            <a:r>
              <a:rPr lang="en-US" sz="4000" dirty="0"/>
              <a:t>                  Due to its long focal length the images are appeared as more contrast and clear to us as compared to refractive telescopes</a:t>
            </a:r>
          </a:p>
          <a:p>
            <a:r>
              <a:rPr lang="en-US" sz="4000" dirty="0"/>
              <a:t>                  The image contrast of Cassegrain Telescope mainly depends on its aperture if the size of the aperture is increased we can able to see the good contrast of images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9608511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D7B742-F85F-871C-B791-DEAA601B358C}"/>
              </a:ext>
            </a:extLst>
          </p:cNvPr>
          <p:cNvSpPr txBox="1"/>
          <p:nvPr/>
        </p:nvSpPr>
        <p:spPr>
          <a:xfrm>
            <a:off x="1066800" y="1562100"/>
            <a:ext cx="5715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latin typeface="Agency FB" panose="020B0503020202020204" pitchFamily="34" charset="0"/>
              </a:rPr>
              <a:t>Reference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790315-39A5-1E6B-7245-573FC91E0D9B}"/>
              </a:ext>
            </a:extLst>
          </p:cNvPr>
          <p:cNvSpPr txBox="1"/>
          <p:nvPr/>
        </p:nvSpPr>
        <p:spPr>
          <a:xfrm>
            <a:off x="2286000" y="3314700"/>
            <a:ext cx="12496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0" dirty="0">
                <a:effectLst/>
              </a:rPr>
              <a:t>Wilson, Raymond N. (2013). Reflecting Telescope Optics I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Cassegrain Telescope Wikipedia https://en.wikipedia.org/wiki/Cassegrain_reflector#References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30197717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0AAFAC1B-9ECA-379F-17D3-BCED8B243B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 bwMode="auto">
          <a:xfrm>
            <a:off x="6934200" y="1714500"/>
            <a:ext cx="8888361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FDF5679-5652-3F4C-7249-0EB7E174B28B}"/>
              </a:ext>
            </a:extLst>
          </p:cNvPr>
          <p:cNvSpPr txBox="1"/>
          <p:nvPr/>
        </p:nvSpPr>
        <p:spPr>
          <a:xfrm>
            <a:off x="2057400" y="3367950"/>
            <a:ext cx="9144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r>
              <a:rPr lang="en-IN" sz="8000" b="1" dirty="0">
                <a:latin typeface="Bahnschrift Condensed" panose="020B0502040204020203" pitchFamily="34" charset="0"/>
              </a:rPr>
              <a:t>   </a:t>
            </a:r>
            <a:r>
              <a:rPr lang="ta-IN" sz="8000" b="1" dirty="0">
                <a:latin typeface="Bahnschrift Condensed" panose="020B0502040204020203" pitchFamily="34" charset="0"/>
              </a:rPr>
              <a:t>நன்றி</a:t>
            </a:r>
            <a:endParaRPr lang="en-IN" sz="8000" b="1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8483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2273</TotalTime>
  <Words>815</Words>
  <Application>Microsoft Office PowerPoint</Application>
  <PresentationFormat>Custom</PresentationFormat>
  <Paragraphs>106</Paragraphs>
  <Slides>15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 Light</vt:lpstr>
      <vt:lpstr>Bahnschrift Condensed</vt:lpstr>
      <vt:lpstr>Wingdings</vt:lpstr>
      <vt:lpstr>Agency FB</vt:lpstr>
      <vt:lpstr>Times New Roman</vt:lpstr>
      <vt:lpstr>Calibri</vt:lpstr>
      <vt:lpstr>Office Theme</vt:lpstr>
      <vt:lpstr>CASSEGRAIN TELESCOPE                                                          an Overview….</vt:lpstr>
      <vt:lpstr>TABLE OF 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Astronomy Presentation</dc:title>
  <dc:creator>HOME</dc:creator>
  <cp:lastModifiedBy>Sanjay R</cp:lastModifiedBy>
  <cp:revision>20</cp:revision>
  <dcterms:created xsi:type="dcterms:W3CDTF">2006-08-16T00:00:00Z</dcterms:created>
  <dcterms:modified xsi:type="dcterms:W3CDTF">2026-05-21T06:51:45Z</dcterms:modified>
  <dc:identifier>DAGBt_DtRf0</dc:identifier>
</cp:coreProperties>
</file>